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72467a3f92540ce" /><Relationship Type="http://schemas.openxmlformats.org/officeDocument/2006/relationships/extended-properties" Target="/docProps/app.xml" Id="Rd220acebc03b44ab" /><Relationship Type="http://schemas.openxmlformats.org/officeDocument/2006/relationships/officeDocument" Target="/ppt/presentation.xml" Id="Rbb3c60f3d9de4294" /></Relationships>
</file>

<file path=ppt/presentation.xml><?xml version="1.0" encoding="utf-8"?>
<p:presentation xmlns:p="http://schemas.openxmlformats.org/presentationml/2006/main">
  <p:sldMasterIdLst>
    <p:sldMasterId xmlns:r="http://schemas.openxmlformats.org/officeDocument/2006/relationships" id="2147483648" r:id="R7bac0949a4954179"/>
  </p:sldMasterIdLst>
  <p:notesMasterIdLst>
    <p:notesMasterId xmlns:r="http://schemas.openxmlformats.org/officeDocument/2006/relationships" r:id="R73f19b095dc64ccc"/>
  </p:notesMasterIdLst>
  <p:sldIdLst>
    <p:sldId xmlns:r="http://schemas.openxmlformats.org/officeDocument/2006/relationships" id="256" r:id="R158e7555250e46fd"/>
    <p:sldId xmlns:r="http://schemas.openxmlformats.org/officeDocument/2006/relationships" id="257" r:id="R544d7dc2906c47a8"/>
    <p:sldId xmlns:r="http://schemas.openxmlformats.org/officeDocument/2006/relationships" id="258" r:id="R660a7c85849c435e"/>
    <p:sldId xmlns:r="http://schemas.openxmlformats.org/officeDocument/2006/relationships" id="259" r:id="R8905d79ae1fa456b"/>
    <p:sldId xmlns:r="http://schemas.openxmlformats.org/officeDocument/2006/relationships" id="260" r:id="R2f05f420683840dd"/>
    <p:sldId xmlns:r="http://schemas.openxmlformats.org/officeDocument/2006/relationships" id="261" r:id="Ra1fdc4d344d74fa2"/>
    <p:sldId xmlns:r="http://schemas.openxmlformats.org/officeDocument/2006/relationships" id="262" r:id="Rc0d7cbd6f9674605"/>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74103089004929" /><Relationship Type="http://schemas.openxmlformats.org/officeDocument/2006/relationships/slideMaster" Target="/ppt/slideMasters/slideMaster1.xml" Id="R7bac0949a4954179" /><Relationship Type="http://schemas.openxmlformats.org/officeDocument/2006/relationships/notesMaster" Target="/ppt/notesMasters/notesMaster1.xml" Id="R73f19b095dc64ccc" /><Relationship Type="http://schemas.openxmlformats.org/officeDocument/2006/relationships/presProps" Target="/ppt/presProps.xml" Id="R904d865a4b3a4c6e" /><Relationship Type="http://schemas.openxmlformats.org/officeDocument/2006/relationships/tableStyles" Target="/ppt/tableStyles.xml" Id="R4e0b7fca118641a4" /><Relationship Type="http://schemas.openxmlformats.org/officeDocument/2006/relationships/slide" Target="/ppt/slides/slide1.xml" Id="R158e7555250e46fd" /><Relationship Type="http://schemas.openxmlformats.org/officeDocument/2006/relationships/slide" Target="/ppt/slides/slide2.xml" Id="R544d7dc2906c47a8" /><Relationship Type="http://schemas.openxmlformats.org/officeDocument/2006/relationships/slide" Target="/ppt/slides/slide3.xml" Id="R660a7c85849c435e" /><Relationship Type="http://schemas.openxmlformats.org/officeDocument/2006/relationships/slide" Target="/ppt/slides/slide4.xml" Id="R8905d79ae1fa456b" /><Relationship Type="http://schemas.openxmlformats.org/officeDocument/2006/relationships/slide" Target="/ppt/slides/slide5.xml" Id="R2f05f420683840dd" /><Relationship Type="http://schemas.openxmlformats.org/officeDocument/2006/relationships/slide" Target="/ppt/slides/slide6.xml" Id="Ra1fdc4d344d74fa2" /><Relationship Type="http://schemas.openxmlformats.org/officeDocument/2006/relationships/slide" Target="/ppt/slides/slide7.xml" Id="Rc0d7cbd6f967460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03285f68a6b4a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5651e03df2431c" /><Relationship Type="http://schemas.openxmlformats.org/officeDocument/2006/relationships/notesMaster" Target="/ppt/notesMasters/notesMaster1.xml" Id="R7b4f42fe31214f14" /></Relationships>
</file>

<file path=ppt/notesSlides/_rels/notesSlide2.xml.rels>&#65279;<?xml version="1.0" encoding="utf-8"?><Relationships xmlns="http://schemas.openxmlformats.org/package/2006/relationships"><Relationship Type="http://schemas.openxmlformats.org/officeDocument/2006/relationships/slide" Target="/ppt/slides/slide2.xml" Id="Rbdc7fe3dbb4f496b" /><Relationship Type="http://schemas.openxmlformats.org/officeDocument/2006/relationships/notesMaster" Target="/ppt/notesMasters/notesMaster1.xml" Id="Rf82bf1a697554e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ac235e3d38c4b97" /><Relationship Type="http://schemas.openxmlformats.org/officeDocument/2006/relationships/notesMaster" Target="/ppt/notesMasters/notesMaster1.xml" Id="R0da6b5182d0840a8"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1fdf1e7e944073" /><Relationship Type="http://schemas.openxmlformats.org/officeDocument/2006/relationships/notesMaster" Target="/ppt/notesMasters/notesMaster1.xml" Id="Rda88ab74a38c4d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3991cf382cc4c21" /><Relationship Type="http://schemas.openxmlformats.org/officeDocument/2006/relationships/notesMaster" Target="/ppt/notesMasters/notesMaster1.xml" Id="R88d1cb4b25714196"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cad1e7bb7940c3" /><Relationship Type="http://schemas.openxmlformats.org/officeDocument/2006/relationships/notesMaster" Target="/ppt/notesMasters/notesMaster1.xml" Id="Re083c56adf25455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c12daa9ef3b4cb4" /><Relationship Type="http://schemas.openxmlformats.org/officeDocument/2006/relationships/notesMaster" Target="/ppt/notesMasters/notesMaster1.xml" Id="R305424fa5eda4ff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CampusFix is a proposed web or app-based system for campus maintenance. Students report issues, the admin prioritizes and assigns work, maintenance staff update progress, and students confirm the outcome and provide feedback. Team names reproduce the supplied spelling.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case diagram: rectangles marked actor are UML actor notation and ellipses represent user goals within the system boundary. Student registration is public. Admin and staff accounts are provisioned by the institution. Authentication applies to all protected use cases. Photos support diagnosis. Priority is Low, Medium or High, with admin review. Reports help identify recurring faults and monitor unresolved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 Admin and Staff inherit User. Generalization uses arrows towards User. Each Complaint has one Student, zero or more historical Assignments and at most one Feedback. Each Assignment refers to one Staff and one assigning Admin. Each Feedback belongs to the submitting Student. Notification links to a recipient User, illustrated through the Student subclass here. Other associations are stated to preserve readability.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Lifecycle: after authentication the student submits a category, precise location, description and optional photo. Validation failures return to the form. A valid complaint begins as Submitted. The admin reviews urgency and assigns an appropriate staff member, producing Assigned status. Staff mark In Progress and then Resolved with completion notes. The student confirms the repair and rates it, producing Closed. If the issue remains, the student reopens it and the admin can reassign work. The sequence focuses on the submission and assignment scenario; database acknowledgements are omitted for readability. Admin and Staff share a diagram lifeline to show the management interface, but retain separate permissions.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DFD notation: rectangles are external entities, the large process is CampusFix, and directed arrows represent named data flows. A complaint includes category, location, description and photo reference. Admin requests include priority and assignment decisions plus report filters. Staff return repair progress and completion details. Authentication results, notifications and role-specific views flow back to each actor. This is a logical context diagram, not a deployment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Level 1 DFD decomposes the context process into five processes. External actors and D2 are repeated to avoid intersecting arrows; each repeated label denotes the same entity or store. User Management authenticates all roles and manages student registration. Complaint Management records submissions, priority and complaint queries. Staff Assignment reads staff details in D1 and complaint records in D2, writes D3, and returns assignments. Status Tracking reads D3 to authorize staff updates, reads and writes status history in D2, delivers notifications and produces admin reports, including ratings read from D4. Feedback checks resolution and ownership against D2 and D1 before saving D4. Read/write arrows represent stored records and queries, not workflow ordering. Reports are derived outputs within 4.0 rather than an additional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architecture is a proposal, independent of a particular technology stack. The frontend serves role-specific screens. The backend verifies identity and permissions on every request, validates complaint details, enforces valid status transitions and records assignment history. The database stores structured records. Photos live in file or object storage, with references in the database. Backend notification delivery and automatic frontend refresh support live status tracking. Passwords are stored as hashes. Admin reports can summarize complaint counts, categories, pending work, time to resolution and ratings. Expected benefits are design goals, not measured project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503c478ac64d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d582a06b5a4152" /><Relationship Type="http://schemas.openxmlformats.org/officeDocument/2006/relationships/slideLayout" Target="/ppt/slideLayouts/slideLayout1.xml" Id="R4dbf2895838d48d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bf2895838d48d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dd604480a54637" /><Relationship Type="http://schemas.openxmlformats.org/officeDocument/2006/relationships/notesSlide" Target="/ppt/notesSlides/notesSlide1.xml" Id="R7ae144a4687543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9d354868c3f452f" /><Relationship Type="http://schemas.openxmlformats.org/officeDocument/2006/relationships/notesSlide" Target="/ppt/notesSlides/notesSlide2.xml" Id="Rd47c7d1a25ee47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23256ed2a8e477f" /><Relationship Type="http://schemas.openxmlformats.org/officeDocument/2006/relationships/notesSlide" Target="/ppt/notesSlides/notesSlide3.xml" Id="R8ac5efb1a8d6499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7575f6089774f2e" /><Relationship Type="http://schemas.openxmlformats.org/officeDocument/2006/relationships/notesSlide" Target="/ppt/notesSlides/notesSlide4.xml" Id="Ra38b9bb5c3be4aa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abbf34a0a54045" /><Relationship Type="http://schemas.openxmlformats.org/officeDocument/2006/relationships/notesSlide" Target="/ppt/notesSlides/notesSlide5.xml" Id="R2c7d0e1e6099428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50e2b64bd7e4700" /><Relationship Type="http://schemas.openxmlformats.org/officeDocument/2006/relationships/notesSlide" Target="/ppt/notesSlides/notesSlide6.xml" Id="R2a111b19141a48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b857c266404b37" /><Relationship Type="http://schemas.openxmlformats.org/officeDocument/2006/relationships/notesSlide" Target="/ppt/notesSlides/notesSlide7.xml" Id="Recc643c96cde4e2c" /></Relationships>
</file>

<file path=ppt/slides/slide1.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989FEC6-C7B6-41E0-8A69-CE3DE0CA1369}"/>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SOFTWARE ENGINEERING PROJECT</a:t>
            </a:r>
          </a:p>
        </p:txBody>
      </p:sp>
      <p:sp>
        <p:nvSpPr>
          <p:cNvPr id="2" name="">
            <a:extLst xmlns:a="http://schemas.openxmlformats.org/drawingml/2006/main">
              <a:ext uri="{FF2B5EF4-FFF2-40B4-BE49-F238E27FC236}">
                <a16:creationId xmlns:a16="http://schemas.microsoft.com/office/drawing/2014/main" id="{DC9ADA5A-02E4-4E25-8C99-A393CB24DFD7}"/>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3" name="">
            <a:extLst xmlns:a="http://schemas.openxmlformats.org/drawingml/2006/main">
              <a:ext uri="{FF2B5EF4-FFF2-40B4-BE49-F238E27FC236}">
                <a16:creationId xmlns:a16="http://schemas.microsoft.com/office/drawing/2014/main" id="{19DFDAD7-4BC4-46DC-91CE-A700D39824B3}"/>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CD27CF1E-B24D-4041-95A3-91148CD7B2F0}"/>
              </a:ext>
            </a:extLst>
          </p:cNvPr>
          <p:cNvSpPr>
            <a:spLocks xmlns:a="http://schemas.openxmlformats.org/drawingml/2006/main" noGrp="1"/>
          </p:cNvSpPr>
          <p:nvPr/>
        </p:nvSpPr>
        <p:spPr>
          <a:xfrm xmlns:a="http://schemas.openxmlformats.org/drawingml/2006/main">
            <a:off x="619125" y="2190750"/>
            <a:ext cx="1381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8400" b="1">
                <a:solidFill>
                  <a:srgbClr val="302D27"/>
                </a:solidFill>
                <a:latin typeface="Arial"/>
                <a:ea typeface="Arial"/>
                <a:cs typeface="Arial"/>
              </a:defRPr>
            </a:pPr>
            <a:r>
              <a:rPr sz="8400" b="1">
                <a:solidFill>
                  <a:srgbClr val="302D27"/>
                </a:solidFill>
                <a:latin typeface="Arial"/>
                <a:ea typeface="Arial"/>
                <a:cs typeface="Arial"/>
              </a:rPr>
              <a:t>CampusFix</a:t>
            </a:r>
          </a:p>
        </p:txBody>
      </p:sp>
      <p:sp>
        <p:nvSpPr>
          <p:cNvPr id="5" name="">
            <a:extLst xmlns:a="http://schemas.openxmlformats.org/drawingml/2006/main">
              <a:ext uri="{FF2B5EF4-FFF2-40B4-BE49-F238E27FC236}">
                <a16:creationId xmlns:a16="http://schemas.microsoft.com/office/drawing/2014/main" id="{7B442732-12CB-4ED6-99BA-7DCF11D13481}"/>
              </a:ext>
            </a:extLst>
          </p:cNvPr>
          <p:cNvSpPr>
            <a:spLocks xmlns:a="http://schemas.openxmlformats.org/drawingml/2006/main" noGrp="1"/>
          </p:cNvSpPr>
          <p:nvPr/>
        </p:nvSpPr>
        <p:spPr>
          <a:xfrm xmlns:a="http://schemas.openxmlformats.org/drawingml/2006/main">
            <a:off x="685800" y="3790950"/>
            <a:ext cx="13144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600" b="0">
                <a:solidFill>
                  <a:srgbClr val="302D27"/>
                </a:solidFill>
                <a:latin typeface="Arial"/>
                <a:ea typeface="Arial"/>
                <a:cs typeface="Arial"/>
              </a:defRPr>
            </a:pPr>
            <a:r>
              <a:rPr sz="3600" b="0">
                <a:solidFill>
                  <a:srgbClr val="302D27"/>
                </a:solidFill>
                <a:latin typeface="Arial"/>
                <a:ea typeface="Arial"/>
                <a:cs typeface="Arial"/>
              </a:rPr>
              <a:t>Smart Campus Complaint &amp;</a:t>
            </a:r>
          </a:p>
          <a:p xmlns:a="http://schemas.openxmlformats.org/drawingml/2006/main">
            <a:pPr algn="l">
              <a:defRPr sz="3600" b="0">
                <a:solidFill>
                  <a:srgbClr val="302D27"/>
                </a:solidFill>
                <a:latin typeface="Arial"/>
                <a:ea typeface="Arial"/>
                <a:cs typeface="Arial"/>
              </a:defRPr>
            </a:pPr>
            <a:r>
              <a:rPr sz="3600" b="0">
                <a:solidFill>
                  <a:srgbClr val="302D27"/>
                </a:solidFill>
                <a:latin typeface="Arial"/>
                <a:ea typeface="Arial"/>
                <a:cs typeface="Arial"/>
              </a:rPr>
              <a:t>Maintenance System</a:t>
            </a:r>
          </a:p>
        </p:txBody>
      </p:sp>
      <p:sp>
        <p:nvSpPr>
          <p:cNvPr id="6" name="">
            <a:extLst xmlns:a="http://schemas.openxmlformats.org/drawingml/2006/main">
              <a:ext uri="{FF2B5EF4-FFF2-40B4-BE49-F238E27FC236}">
                <a16:creationId xmlns:a16="http://schemas.microsoft.com/office/drawing/2014/main" id="{7E546D8F-36A4-4CF7-80DC-CC23A7736859}"/>
              </a:ext>
            </a:extLst>
          </p:cNvPr>
          <p:cNvSpPr>
            <a:spLocks xmlns:a="http://schemas.openxmlformats.org/drawingml/2006/main" noGrp="1"/>
          </p:cNvSpPr>
          <p:nvPr/>
        </p:nvSpPr>
        <p:spPr>
          <a:xfrm xmlns:a="http://schemas.openxmlformats.org/drawingml/2006/main">
            <a:off x="714375" y="6191250"/>
            <a:ext cx="666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Presented by</a:t>
            </a:r>
          </a:p>
        </p:txBody>
      </p:sp>
      <p:sp>
        <p:nvSpPr>
          <p:cNvPr id="7" name="">
            <a:extLst xmlns:a="http://schemas.openxmlformats.org/drawingml/2006/main">
              <a:ext uri="{FF2B5EF4-FFF2-40B4-BE49-F238E27FC236}">
                <a16:creationId xmlns:a16="http://schemas.microsoft.com/office/drawing/2014/main" id="{A7C3ACC3-D8DF-485A-8358-0BE7C3211156}"/>
              </a:ext>
            </a:extLst>
          </p:cNvPr>
          <p:cNvSpPr>
            <a:spLocks xmlns:a="http://schemas.openxmlformats.org/drawingml/2006/main" noGrp="1"/>
          </p:cNvSpPr>
          <p:nvPr/>
        </p:nvSpPr>
        <p:spPr>
          <a:xfrm xmlns:a="http://schemas.openxmlformats.org/drawingml/2006/main">
            <a:off x="714375" y="6705600"/>
            <a:ext cx="1362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400" b="0">
                <a:solidFill>
                  <a:srgbClr val="302D27"/>
                </a:solidFill>
                <a:latin typeface="Arial"/>
                <a:ea typeface="Arial"/>
                <a:cs typeface="Arial"/>
              </a:defRPr>
            </a:pPr>
            <a:r>
              <a:rPr sz="2400" b="0">
                <a:solidFill>
                  <a:srgbClr val="302D27"/>
                </a:solidFill>
                <a:latin typeface="Arial"/>
                <a:ea typeface="Arial"/>
                <a:cs typeface="Arial"/>
              </a:rPr>
              <a:t>Keha Chopra     Suhani     Palavi     Ishita</a:t>
            </a:r>
          </a:p>
        </p:txBody>
      </p:sp>
    </p:spTree>
    <p:extLst>
      <p:ext uri="{BB962C8B-B14F-4D97-AF65-F5344CB8AC3E}">
        <p14:creationId xmlns:p14="http://schemas.microsoft.com/office/powerpoint/2010/main" val="1015120918"/>
      </p:ext>
    </p:extLst>
  </p:cSld>
</p:sld>
</file>

<file path=ppt/slides/slide2.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A687787C-BBD6-4892-9CC7-3E82FD7EEF5F}"/>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Project overview &amp; use cases</a:t>
            </a:r>
          </a:p>
        </p:txBody>
      </p:sp>
      <p:sp>
        <p:nvSpPr>
          <p:cNvPr id="2" name="">
            <a:extLst xmlns:a="http://schemas.openxmlformats.org/drawingml/2006/main">
              <a:ext uri="{FF2B5EF4-FFF2-40B4-BE49-F238E27FC236}">
                <a16:creationId xmlns:a16="http://schemas.microsoft.com/office/drawing/2014/main" id="{5658E07D-E3F9-490C-B55C-F24A19E1A2C1}"/>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A shared complaint record connects students, the admin and maintenance staff.</a:t>
            </a:r>
          </a:p>
        </p:txBody>
      </p:sp>
      <p:sp>
        <p:nvSpPr>
          <p:cNvPr id="3" name="">
            <a:extLst xmlns:a="http://schemas.openxmlformats.org/drawingml/2006/main">
              <a:ext uri="{FF2B5EF4-FFF2-40B4-BE49-F238E27FC236}">
                <a16:creationId xmlns:a16="http://schemas.microsoft.com/office/drawing/2014/main" id="{A4797FAB-F07B-42A6-8E12-4909D9469E70}"/>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6A11005B-6EE6-41EC-AAC2-934C480CE805}"/>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1FE6D5BF-3BCE-4389-8D19-D63B7439DE18}"/>
              </a:ext>
            </a:extLst>
          </p:cNvPr>
          <p:cNvSpPr>
            <a:spLocks xmlns:a="http://schemas.openxmlformats.org/drawingml/2006/main" noGrp="1"/>
          </p:cNvSpPr>
          <p:nvPr/>
        </p:nvSpPr>
        <p:spPr>
          <a:xfrm xmlns:a="http://schemas.openxmlformats.org/drawingml/2006/main">
            <a:off x="619125" y="1971675"/>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302D27"/>
                </a:solidFill>
                <a:latin typeface="Arial"/>
                <a:ea typeface="Arial"/>
                <a:cs typeface="Arial"/>
              </a:defRPr>
            </a:pPr>
            <a:r>
              <a:rPr sz="2175" b="1">
                <a:solidFill>
                  <a:srgbClr val="302D27"/>
                </a:solidFill>
                <a:latin typeface="Arial"/>
                <a:ea typeface="Arial"/>
                <a:cs typeface="Arial"/>
              </a:rPr>
              <a:t>The problem</a:t>
            </a:r>
          </a:p>
        </p:txBody>
      </p:sp>
      <p:sp>
        <p:nvSpPr>
          <p:cNvPr id="6" name="">
            <a:extLst xmlns:a="http://schemas.openxmlformats.org/drawingml/2006/main">
              <a:ext uri="{FF2B5EF4-FFF2-40B4-BE49-F238E27FC236}">
                <a16:creationId xmlns:a16="http://schemas.microsoft.com/office/drawing/2014/main" id="{EC7901F2-82EC-46E1-B5A8-BC2580D142C0}"/>
              </a:ext>
            </a:extLst>
          </p:cNvPr>
          <p:cNvSpPr>
            <a:spLocks xmlns:a="http://schemas.openxmlformats.org/drawingml/2006/main" noGrp="1"/>
          </p:cNvSpPr>
          <p:nvPr/>
        </p:nvSpPr>
        <p:spPr>
          <a:xfrm xmlns:a="http://schemas.openxmlformats.org/drawingml/2006/main">
            <a:off x="619125" y="2514600"/>
            <a:ext cx="3667125"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302D27"/>
                </a:solidFill>
                <a:latin typeface="Arial"/>
                <a:ea typeface="Arial"/>
                <a:cs typeface="Arial"/>
              </a:defRPr>
            </a:pPr>
            <a:r>
              <a:rPr sz="2100" b="0">
                <a:solidFill>
                  <a:srgbClr val="302D27"/>
                </a:solidFill>
                <a:latin typeface="Arial"/>
                <a:ea typeface="Arial"/>
                <a:cs typeface="Arial"/>
              </a:rPr>
              <a:t>Broken fans, Wi-Fi faults, leaks and damaged equipment need a clear reporting and follow-up process.</a:t>
            </a:r>
          </a:p>
        </p:txBody>
      </p:sp>
      <p:sp>
        <p:nvSpPr>
          <p:cNvPr id="7" name="">
            <a:extLst xmlns:a="http://schemas.openxmlformats.org/drawingml/2006/main">
              <a:ext uri="{FF2B5EF4-FFF2-40B4-BE49-F238E27FC236}">
                <a16:creationId xmlns:a16="http://schemas.microsoft.com/office/drawing/2014/main" id="{D6E14ECB-DE96-4A5D-9949-63D615F06C36}"/>
              </a:ext>
            </a:extLst>
          </p:cNvPr>
          <p:cNvSpPr>
            <a:spLocks xmlns:a="http://schemas.openxmlformats.org/drawingml/2006/main" noGrp="1"/>
          </p:cNvSpPr>
          <p:nvPr/>
        </p:nvSpPr>
        <p:spPr>
          <a:xfrm xmlns:a="http://schemas.openxmlformats.org/drawingml/2006/main">
            <a:off x="619125" y="4324350"/>
            <a:ext cx="3714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75" b="1">
                <a:solidFill>
                  <a:srgbClr val="302D27"/>
                </a:solidFill>
                <a:latin typeface="Arial"/>
                <a:ea typeface="Arial"/>
                <a:cs typeface="Arial"/>
              </a:defRPr>
            </a:pPr>
            <a:r>
              <a:rPr sz="2175" b="1">
                <a:solidFill>
                  <a:srgbClr val="302D27"/>
                </a:solidFill>
                <a:latin typeface="Arial"/>
                <a:ea typeface="Arial"/>
                <a:cs typeface="Arial"/>
              </a:rPr>
              <a:t>The proposed solution</a:t>
            </a:r>
          </a:p>
        </p:txBody>
      </p:sp>
      <p:sp>
        <p:nvSpPr>
          <p:cNvPr id="8" name="">
            <a:extLst xmlns:a="http://schemas.openxmlformats.org/drawingml/2006/main">
              <a:ext uri="{FF2B5EF4-FFF2-40B4-BE49-F238E27FC236}">
                <a16:creationId xmlns:a16="http://schemas.microsoft.com/office/drawing/2014/main" id="{58EB93BA-C605-49C4-8BEA-44F907D89A6E}"/>
              </a:ext>
            </a:extLst>
          </p:cNvPr>
          <p:cNvSpPr>
            <a:spLocks xmlns:a="http://schemas.openxmlformats.org/drawingml/2006/main" noGrp="1"/>
          </p:cNvSpPr>
          <p:nvPr/>
        </p:nvSpPr>
        <p:spPr>
          <a:xfrm xmlns:a="http://schemas.openxmlformats.org/drawingml/2006/main">
            <a:off x="619125" y="4829175"/>
            <a:ext cx="3714750" cy="1838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302D27"/>
                </a:solidFill>
                <a:latin typeface="Arial"/>
                <a:ea typeface="Arial"/>
                <a:cs typeface="Arial"/>
              </a:defRPr>
            </a:pPr>
            <a:r>
              <a:rPr sz="2100" b="0">
                <a:solidFill>
                  <a:srgbClr val="302D27"/>
                </a:solidFill>
                <a:latin typeface="Arial"/>
                <a:ea typeface="Arial"/>
                <a:cs typeface="Arial"/>
              </a:rPr>
              <a:t>Students submit a category, location and photo. The admin sets priority and assigns staff. Students track progress and rate the result.</a:t>
            </a:r>
          </a:p>
        </p:txBody>
      </p:sp>
      <p:sp>
        <p:nvSpPr>
          <p:cNvPr id="9" name="">
            <a:extLst xmlns:a="http://schemas.openxmlformats.org/drawingml/2006/main">
              <a:ext uri="{FF2B5EF4-FFF2-40B4-BE49-F238E27FC236}">
                <a16:creationId xmlns:a16="http://schemas.microsoft.com/office/drawing/2014/main" id="{493A7CF2-8C2F-44BC-8A5E-E0E919AD5F38}"/>
              </a:ext>
            </a:extLst>
          </p:cNvPr>
          <p:cNvSpPr>
            <a:spLocks xmlns:a="http://schemas.openxmlformats.org/drawingml/2006/main" noGrp="1"/>
          </p:cNvSpPr>
          <p:nvPr/>
        </p:nvSpPr>
        <p:spPr>
          <a:xfrm xmlns:a="http://schemas.openxmlformats.org/drawingml/2006/main">
            <a:off x="5667375" y="1847850"/>
            <a:ext cx="8286750" cy="5248275"/>
          </a:xfrm>
          <a:prstGeom xmlns:a="http://schemas.openxmlformats.org/drawingml/2006/main" prst="rect">
            <a:avLst/>
          </a:prstGeom>
          <a:noFill xmlns:a="http://schemas.openxmlformats.org/drawingml/2006/main"/>
          <a:ln xmlns:a="http://schemas.openxmlformats.org/drawingml/2006/main" w="15240">
            <a:solidFill>
              <a:srgbClr val="A69781"/>
            </a:solidFill>
          </a:ln>
        </p:spPr>
      </p:sp>
      <p:sp>
        <p:nvSpPr>
          <p:cNvPr id="10" name="">
            <a:extLst xmlns:a="http://schemas.openxmlformats.org/drawingml/2006/main">
              <a:ext uri="{FF2B5EF4-FFF2-40B4-BE49-F238E27FC236}">
                <a16:creationId xmlns:a16="http://schemas.microsoft.com/office/drawing/2014/main" id="{943DABF0-796A-4791-A8E8-CE2D80B23A62}"/>
              </a:ext>
            </a:extLst>
          </p:cNvPr>
          <p:cNvSpPr>
            <a:spLocks xmlns:a="http://schemas.openxmlformats.org/drawingml/2006/main" noGrp="1"/>
          </p:cNvSpPr>
          <p:nvPr/>
        </p:nvSpPr>
        <p:spPr>
          <a:xfrm xmlns:a="http://schemas.openxmlformats.org/drawingml/2006/main">
            <a:off x="5905500" y="1981200"/>
            <a:ext cx="7429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1">
                <a:solidFill>
                  <a:srgbClr val="302D27"/>
                </a:solidFill>
                <a:latin typeface="Arial"/>
                <a:ea typeface="Arial"/>
                <a:cs typeface="Arial"/>
              </a:defRPr>
            </a:pPr>
            <a:r>
              <a:rPr sz="1800" b="1">
                <a:solidFill>
                  <a:srgbClr val="302D27"/>
                </a:solidFill>
                <a:latin typeface="Arial"/>
                <a:ea typeface="Arial"/>
                <a:cs typeface="Arial"/>
              </a:rPr>
              <a:t>CampusFix system</a:t>
            </a:r>
          </a:p>
        </p:txBody>
      </p:sp>
      <p:sp>
        <p:nvSpPr>
          <p:cNvPr id="11" name="">
            <a:extLst xmlns:a="http://schemas.openxmlformats.org/drawingml/2006/main">
              <a:ext uri="{FF2B5EF4-FFF2-40B4-BE49-F238E27FC236}">
                <a16:creationId xmlns:a16="http://schemas.microsoft.com/office/drawing/2014/main" id="{8E94D1E1-B9E6-4FC1-9827-72E677E16445}"/>
              </a:ext>
            </a:extLst>
          </p:cNvPr>
          <p:cNvSpPr>
            <a:spLocks xmlns:a="http://schemas.openxmlformats.org/drawingml/2006/main" noGrp="1"/>
          </p:cNvSpPr>
          <p:nvPr/>
        </p:nvSpPr>
        <p:spPr>
          <a:xfrm xmlns:a="http://schemas.openxmlformats.org/drawingml/2006/main">
            <a:off x="4524375" y="3133725"/>
            <a:ext cx="1000125" cy="8572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«actor»</a:t>
            </a:r>
          </a:p>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Student</a:t>
            </a:r>
          </a:p>
        </p:txBody>
      </p:sp>
      <p:sp>
        <p:nvSpPr>
          <p:cNvPr id="12" name="">
            <a:extLst xmlns:a="http://schemas.openxmlformats.org/drawingml/2006/main">
              <a:ext uri="{FF2B5EF4-FFF2-40B4-BE49-F238E27FC236}">
                <a16:creationId xmlns:a16="http://schemas.microsoft.com/office/drawing/2014/main" id="{7FEA57C8-2A3A-4870-8161-F90B5C993F8C}"/>
              </a:ext>
            </a:extLst>
          </p:cNvPr>
          <p:cNvSpPr>
            <a:spLocks xmlns:a="http://schemas.openxmlformats.org/drawingml/2006/main" noGrp="1"/>
          </p:cNvSpPr>
          <p:nvPr/>
        </p:nvSpPr>
        <p:spPr>
          <a:xfrm xmlns:a="http://schemas.openxmlformats.org/drawingml/2006/main">
            <a:off x="14097000" y="3390900"/>
            <a:ext cx="1000125" cy="8572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«actor»</a:t>
            </a:r>
          </a:p>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Admin</a:t>
            </a:r>
          </a:p>
        </p:txBody>
      </p:sp>
      <p:sp>
        <p:nvSpPr>
          <p:cNvPr id="13" name="">
            <a:extLst xmlns:a="http://schemas.openxmlformats.org/drawingml/2006/main">
              <a:ext uri="{FF2B5EF4-FFF2-40B4-BE49-F238E27FC236}">
                <a16:creationId xmlns:a16="http://schemas.microsoft.com/office/drawing/2014/main" id="{7C31F494-BCC0-4BE5-99FA-5673E8CE61B4}"/>
              </a:ext>
            </a:extLst>
          </p:cNvPr>
          <p:cNvSpPr>
            <a:spLocks xmlns:a="http://schemas.openxmlformats.org/drawingml/2006/main" noGrp="1"/>
          </p:cNvSpPr>
          <p:nvPr/>
        </p:nvSpPr>
        <p:spPr>
          <a:xfrm xmlns:a="http://schemas.openxmlformats.org/drawingml/2006/main">
            <a:off x="14097000" y="5762625"/>
            <a:ext cx="1000125" cy="8572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«actor»</a:t>
            </a:r>
          </a:p>
          <a:p xmlns:a="http://schemas.openxmlformats.org/drawingml/2006/main">
            <a:pPr algn="ctr">
              <a:defRPr sz="1575">
                <a:solidFill>
                  <a:srgbClr val="302D27"/>
                </a:solidFill>
                <a:latin typeface="Arial"/>
                <a:ea typeface="Arial"/>
                <a:cs typeface="Arial"/>
              </a:defRPr>
            </a:pPr>
            <a:r>
              <a:rPr sz="1575">
                <a:solidFill>
                  <a:srgbClr val="302D27"/>
                </a:solidFill>
                <a:latin typeface="Arial"/>
                <a:ea typeface="Arial"/>
                <a:cs typeface="Arial"/>
              </a:rPr>
              <a:t>Staff</a:t>
            </a:r>
          </a:p>
        </p:txBody>
      </p:sp>
      <p:sp>
        <p:nvSpPr>
          <p:cNvPr id="14" name="">
            <a:extLst xmlns:a="http://schemas.openxmlformats.org/drawingml/2006/main">
              <a:ext uri="{FF2B5EF4-FFF2-40B4-BE49-F238E27FC236}">
                <a16:creationId xmlns:a16="http://schemas.microsoft.com/office/drawing/2014/main" id="{CFEE620D-17F0-4684-8EA2-4345EC0B4236}"/>
              </a:ext>
            </a:extLst>
          </p:cNvPr>
          <p:cNvSpPr>
            <a:spLocks xmlns:a="http://schemas.openxmlformats.org/drawingml/2006/main" noGrp="1"/>
          </p:cNvSpPr>
          <p:nvPr/>
        </p:nvSpPr>
        <p:spPr>
          <a:xfrm xmlns:a="http://schemas.openxmlformats.org/drawingml/2006/main">
            <a:off x="6381750" y="2533650"/>
            <a:ext cx="276225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Register / log in</a:t>
            </a:r>
          </a:p>
        </p:txBody>
      </p:sp>
      <p:sp>
        <p:nvSpPr>
          <p:cNvPr id="15" name="">
            <a:extLst xmlns:a="http://schemas.openxmlformats.org/drawingml/2006/main">
              <a:ext uri="{FF2B5EF4-FFF2-40B4-BE49-F238E27FC236}">
                <a16:creationId xmlns:a16="http://schemas.microsoft.com/office/drawing/2014/main" id="{70E8FEE9-C98E-4077-8F2D-C485E6A62053}"/>
              </a:ext>
            </a:extLst>
          </p:cNvPr>
          <p:cNvSpPr>
            <a:spLocks xmlns:a="http://schemas.openxmlformats.org/drawingml/2006/main" noGrp="1"/>
          </p:cNvSpPr>
          <p:nvPr/>
        </p:nvSpPr>
        <p:spPr>
          <a:xfrm xmlns:a="http://schemas.openxmlformats.org/drawingml/2006/main">
            <a:off x="6191250" y="3457575"/>
            <a:ext cx="285750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Raise complaint</a:t>
            </a:r>
          </a:p>
        </p:txBody>
      </p:sp>
      <p:sp>
        <p:nvSpPr>
          <p:cNvPr id="16" name="">
            <a:extLst xmlns:a="http://schemas.openxmlformats.org/drawingml/2006/main">
              <a:ext uri="{FF2B5EF4-FFF2-40B4-BE49-F238E27FC236}">
                <a16:creationId xmlns:a16="http://schemas.microsoft.com/office/drawing/2014/main" id="{30A9139B-50E2-4B54-8775-E0BFA95BA888}"/>
              </a:ext>
            </a:extLst>
          </p:cNvPr>
          <p:cNvSpPr>
            <a:spLocks xmlns:a="http://schemas.openxmlformats.org/drawingml/2006/main" noGrp="1"/>
          </p:cNvSpPr>
          <p:nvPr/>
        </p:nvSpPr>
        <p:spPr>
          <a:xfrm xmlns:a="http://schemas.openxmlformats.org/drawingml/2006/main">
            <a:off x="6191250" y="4381500"/>
            <a:ext cx="285750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Track status / alerts</a:t>
            </a:r>
          </a:p>
        </p:txBody>
      </p:sp>
      <p:sp>
        <p:nvSpPr>
          <p:cNvPr id="17" name="">
            <a:extLst xmlns:a="http://schemas.openxmlformats.org/drawingml/2006/main">
              <a:ext uri="{FF2B5EF4-FFF2-40B4-BE49-F238E27FC236}">
                <a16:creationId xmlns:a16="http://schemas.microsoft.com/office/drawing/2014/main" id="{05E83AD0-9358-43C0-9497-1233782D1D74}"/>
              </a:ext>
            </a:extLst>
          </p:cNvPr>
          <p:cNvSpPr>
            <a:spLocks xmlns:a="http://schemas.openxmlformats.org/drawingml/2006/main" noGrp="1"/>
          </p:cNvSpPr>
          <p:nvPr/>
        </p:nvSpPr>
        <p:spPr>
          <a:xfrm xmlns:a="http://schemas.openxmlformats.org/drawingml/2006/main">
            <a:off x="6191250" y="5305425"/>
            <a:ext cx="285750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Give feedback</a:t>
            </a:r>
          </a:p>
        </p:txBody>
      </p:sp>
      <p:sp>
        <p:nvSpPr>
          <p:cNvPr id="18" name="">
            <a:extLst xmlns:a="http://schemas.openxmlformats.org/drawingml/2006/main">
              <a:ext uri="{FF2B5EF4-FFF2-40B4-BE49-F238E27FC236}">
                <a16:creationId xmlns:a16="http://schemas.microsoft.com/office/drawing/2014/main" id="{F1AD1D21-7E93-4952-A6F7-C68903D65383}"/>
              </a:ext>
            </a:extLst>
          </p:cNvPr>
          <p:cNvSpPr>
            <a:spLocks xmlns:a="http://schemas.openxmlformats.org/drawingml/2006/main" noGrp="1"/>
          </p:cNvSpPr>
          <p:nvPr/>
        </p:nvSpPr>
        <p:spPr>
          <a:xfrm xmlns:a="http://schemas.openxmlformats.org/drawingml/2006/main">
            <a:off x="10048875" y="3028950"/>
            <a:ext cx="3381375" cy="66675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Set priority / assign staff</a:t>
            </a:r>
          </a:p>
        </p:txBody>
      </p:sp>
      <p:sp>
        <p:nvSpPr>
          <p:cNvPr id="19" name="">
            <a:extLst xmlns:a="http://schemas.openxmlformats.org/drawingml/2006/main">
              <a:ext uri="{FF2B5EF4-FFF2-40B4-BE49-F238E27FC236}">
                <a16:creationId xmlns:a16="http://schemas.microsoft.com/office/drawing/2014/main" id="{C5FB2D41-8291-42FC-B9E6-DC534382CBF3}"/>
              </a:ext>
            </a:extLst>
          </p:cNvPr>
          <p:cNvSpPr>
            <a:spLocks xmlns:a="http://schemas.openxmlformats.org/drawingml/2006/main" noGrp="1"/>
          </p:cNvSpPr>
          <p:nvPr/>
        </p:nvSpPr>
        <p:spPr>
          <a:xfrm xmlns:a="http://schemas.openxmlformats.org/drawingml/2006/main">
            <a:off x="10477500" y="4000500"/>
            <a:ext cx="285750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View reports</a:t>
            </a:r>
          </a:p>
        </p:txBody>
      </p:sp>
      <p:sp>
        <p:nvSpPr>
          <p:cNvPr id="20" name="">
            <a:extLst xmlns:a="http://schemas.openxmlformats.org/drawingml/2006/main">
              <a:ext uri="{FF2B5EF4-FFF2-40B4-BE49-F238E27FC236}">
                <a16:creationId xmlns:a16="http://schemas.microsoft.com/office/drawing/2014/main" id="{A303D4A7-CA5B-4004-B583-BA02ACC95D3E}"/>
              </a:ext>
            </a:extLst>
          </p:cNvPr>
          <p:cNvSpPr>
            <a:spLocks xmlns:a="http://schemas.openxmlformats.org/drawingml/2006/main" noGrp="1"/>
          </p:cNvSpPr>
          <p:nvPr/>
        </p:nvSpPr>
        <p:spPr>
          <a:xfrm xmlns:a="http://schemas.openxmlformats.org/drawingml/2006/main">
            <a:off x="10048875" y="5381625"/>
            <a:ext cx="3381375"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View assigned work</a:t>
            </a:r>
          </a:p>
        </p:txBody>
      </p:sp>
      <p:sp>
        <p:nvSpPr>
          <p:cNvPr id="21" name="">
            <a:extLst xmlns:a="http://schemas.openxmlformats.org/drawingml/2006/main">
              <a:ext uri="{FF2B5EF4-FFF2-40B4-BE49-F238E27FC236}">
                <a16:creationId xmlns:a16="http://schemas.microsoft.com/office/drawing/2014/main" id="{3CF38880-EED1-49D8-83ED-4BE4F1664E56}"/>
              </a:ext>
            </a:extLst>
          </p:cNvPr>
          <p:cNvSpPr>
            <a:spLocks xmlns:a="http://schemas.openxmlformats.org/drawingml/2006/main" noGrp="1"/>
          </p:cNvSpPr>
          <p:nvPr/>
        </p:nvSpPr>
        <p:spPr>
          <a:xfrm xmlns:a="http://schemas.openxmlformats.org/drawingml/2006/main">
            <a:off x="10477500" y="6305550"/>
            <a:ext cx="2857500" cy="609600"/>
          </a:xfrm>
          <a:prstGeom xmlns:a="http://schemas.openxmlformats.org/drawingml/2006/main" prst="ellipse">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800">
                <a:solidFill>
                  <a:srgbClr val="302D27"/>
                </a:solidFill>
                <a:latin typeface="Arial"/>
                <a:ea typeface="Arial"/>
                <a:cs typeface="Arial"/>
              </a:defRPr>
            </a:pPr>
            <a:r>
              <a:rPr sz="1800">
                <a:solidFill>
                  <a:srgbClr val="302D27"/>
                </a:solidFill>
                <a:latin typeface="Arial"/>
                <a:ea typeface="Arial"/>
                <a:cs typeface="Arial"/>
              </a:rPr>
              <a:t>Update status</a:t>
            </a:r>
          </a:p>
        </p:txBody>
      </p:sp>
      <p:cxnSp>
        <p:nvCxnSpPr>
          <p:cNvPr id="53" name=""/>
          <p:cNvCxnSpPr>
            <a:stCxn xmlns:a="http://schemas.openxmlformats.org/drawingml/2006/main" id="11" idx="3"/>
            <a:endCxn xmlns:a="http://schemas.openxmlformats.org/drawingml/2006/main" id="14" idx="2"/>
          </p:cNvCxnSpPr>
          <p:nvPr/>
        </p:nvCxnSpPr>
        <p:spPr>
          <a:xfrm xmlns:a="http://schemas.openxmlformats.org/drawingml/2006/main" flipV="1">
            <a:off x="5524500" y="2838450"/>
            <a:ext cx="857250" cy="723900"/>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4" name=""/>
          <p:cNvCxnSpPr>
            <a:stCxn xmlns:a="http://schemas.openxmlformats.org/drawingml/2006/main" id="11" idx="3"/>
            <a:endCxn xmlns:a="http://schemas.openxmlformats.org/drawingml/2006/main" id="15" idx="2"/>
          </p:cNvCxnSpPr>
          <p:nvPr/>
        </p:nvCxnSpPr>
        <p:spPr>
          <a:xfrm xmlns:a="http://schemas.openxmlformats.org/drawingml/2006/main">
            <a:off x="5524500" y="3562350"/>
            <a:ext cx="666750" cy="200025"/>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5" name=""/>
          <p:cNvCxnSpPr>
            <a:stCxn xmlns:a="http://schemas.openxmlformats.org/drawingml/2006/main" id="11" idx="3"/>
            <a:endCxn xmlns:a="http://schemas.openxmlformats.org/drawingml/2006/main" id="16" idx="2"/>
          </p:cNvCxnSpPr>
          <p:nvPr/>
        </p:nvCxnSpPr>
        <p:spPr>
          <a:xfrm xmlns:a="http://schemas.openxmlformats.org/drawingml/2006/main">
            <a:off x="5524500" y="3562350"/>
            <a:ext cx="666750" cy="1123950"/>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6" name=""/>
          <p:cNvCxnSpPr>
            <a:stCxn xmlns:a="http://schemas.openxmlformats.org/drawingml/2006/main" id="11" idx="3"/>
            <a:endCxn xmlns:a="http://schemas.openxmlformats.org/drawingml/2006/main" id="17" idx="2"/>
          </p:cNvCxnSpPr>
          <p:nvPr/>
        </p:nvCxnSpPr>
        <p:spPr>
          <a:xfrm xmlns:a="http://schemas.openxmlformats.org/drawingml/2006/main">
            <a:off x="5524500" y="3562350"/>
            <a:ext cx="666750" cy="2047875"/>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7" name=""/>
          <p:cNvCxnSpPr>
            <a:stCxn xmlns:a="http://schemas.openxmlformats.org/drawingml/2006/main" id="12" idx="1"/>
            <a:endCxn xmlns:a="http://schemas.openxmlformats.org/drawingml/2006/main" id="18" idx="6"/>
          </p:cNvCxnSpPr>
          <p:nvPr/>
        </p:nvCxnSpPr>
        <p:spPr>
          <a:xfrm xmlns:a="http://schemas.openxmlformats.org/drawingml/2006/main" flipH="1" flipV="1">
            <a:off x="13430250" y="3362325"/>
            <a:ext cx="666750" cy="457200"/>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8" name=""/>
          <p:cNvCxnSpPr>
            <a:stCxn xmlns:a="http://schemas.openxmlformats.org/drawingml/2006/main" id="12" idx="1"/>
            <a:endCxn xmlns:a="http://schemas.openxmlformats.org/drawingml/2006/main" id="19" idx="6"/>
          </p:cNvCxnSpPr>
          <p:nvPr/>
        </p:nvCxnSpPr>
        <p:spPr>
          <a:xfrm xmlns:a="http://schemas.openxmlformats.org/drawingml/2006/main" flipH="1">
            <a:off x="13335000" y="3819525"/>
            <a:ext cx="762000" cy="485775"/>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59" name=""/>
          <p:cNvCxnSpPr>
            <a:stCxn xmlns:a="http://schemas.openxmlformats.org/drawingml/2006/main" id="13" idx="1"/>
            <a:endCxn xmlns:a="http://schemas.openxmlformats.org/drawingml/2006/main" id="20" idx="6"/>
          </p:cNvCxnSpPr>
          <p:nvPr/>
        </p:nvCxnSpPr>
        <p:spPr>
          <a:xfrm xmlns:a="http://schemas.openxmlformats.org/drawingml/2006/main" flipH="1" flipV="1">
            <a:off x="13430250" y="5686425"/>
            <a:ext cx="666750" cy="504825"/>
          </a:xfrm>
          <a:prstGeom xmlns:a="http://schemas.openxmlformats.org/drawingml/2006/main" prst="straightConnector1">
            <a:avLst/>
          </a:prstGeom>
          <a:ln xmlns:a="http://schemas.openxmlformats.org/drawingml/2006/main" w="17145">
            <a:solidFill>
              <a:srgbClr val="72695C"/>
            </a:solidFill>
            <a:tailEnd type="none" w="sm" len="sm"/>
          </a:ln>
        </p:spPr>
      </p:cxnSp>
      <p:cxnSp>
        <p:nvCxnSpPr>
          <p:cNvPr id="60" name=""/>
          <p:cNvCxnSpPr>
            <a:stCxn xmlns:a="http://schemas.openxmlformats.org/drawingml/2006/main" id="13" idx="1"/>
            <a:endCxn xmlns:a="http://schemas.openxmlformats.org/drawingml/2006/main" id="21" idx="6"/>
          </p:cNvCxnSpPr>
          <p:nvPr/>
        </p:nvCxnSpPr>
        <p:spPr>
          <a:xfrm xmlns:a="http://schemas.openxmlformats.org/drawingml/2006/main" flipH="1">
            <a:off x="13335000" y="6191250"/>
            <a:ext cx="762000" cy="419100"/>
          </a:xfrm>
          <a:prstGeom xmlns:a="http://schemas.openxmlformats.org/drawingml/2006/main" prst="straightConnector1">
            <a:avLst/>
          </a:prstGeom>
          <a:ln xmlns:a="http://schemas.openxmlformats.org/drawingml/2006/main" w="17145">
            <a:solidFill>
              <a:srgbClr val="72695C"/>
            </a:solidFill>
            <a:tailEnd type="none" w="sm" len="sm"/>
          </a:ln>
        </p:spPr>
      </p:cxnSp>
      <p:sp>
        <p:nvSpPr>
          <p:cNvPr id="30" name="">
            <a:extLst xmlns:a="http://schemas.openxmlformats.org/drawingml/2006/main">
              <a:ext uri="{FF2B5EF4-FFF2-40B4-BE49-F238E27FC236}">
                <a16:creationId xmlns:a16="http://schemas.microsoft.com/office/drawing/2014/main" id="{248FE938-3CBA-40B2-898B-CF1F435649FC}"/>
              </a:ext>
            </a:extLst>
          </p:cNvPr>
          <p:cNvSpPr>
            <a:spLocks xmlns:a="http://schemas.openxmlformats.org/drawingml/2006/main" noGrp="1"/>
          </p:cNvSpPr>
          <p:nvPr/>
        </p:nvSpPr>
        <p:spPr>
          <a:xfrm xmlns:a="http://schemas.openxmlformats.org/drawingml/2006/main">
            <a:off x="6076950" y="6648450"/>
            <a:ext cx="4191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72695C"/>
                </a:solidFill>
                <a:latin typeface="Arial"/>
                <a:ea typeface="Arial"/>
                <a:cs typeface="Arial"/>
              </a:defRPr>
            </a:pPr>
            <a:r>
              <a:rPr sz="1425" b="0">
                <a:solidFill>
                  <a:srgbClr val="72695C"/>
                </a:solidFill>
                <a:latin typeface="Arial"/>
                <a:ea typeface="Arial"/>
                <a:cs typeface="Arial"/>
              </a:rPr>
              <a:t>All roles log in. Students can self-register.</a:t>
            </a:r>
          </a:p>
        </p:txBody>
      </p:sp>
      <p:sp>
        <p:nvSpPr>
          <p:cNvPr id="31" name="">
            <a:extLst xmlns:a="http://schemas.openxmlformats.org/drawingml/2006/main">
              <a:ext uri="{FF2B5EF4-FFF2-40B4-BE49-F238E27FC236}">
                <a16:creationId xmlns:a16="http://schemas.microsoft.com/office/drawing/2014/main" id="{A871F1AF-68D8-4C71-813A-ED98183AD86E}"/>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2695C"/>
                </a:solidFill>
                <a:latin typeface="Arial"/>
                <a:ea typeface="Arial"/>
                <a:cs typeface="Arial"/>
              </a:defRPr>
            </a:pPr>
            <a:r>
              <a:rPr sz="1725" b="0">
                <a:solidFill>
                  <a:srgbClr val="72695C"/>
                </a:solidFill>
                <a:latin typeface="Arial"/>
                <a:ea typeface="Arial"/>
                <a:cs typeface="Arial"/>
              </a:rPr>
              <a:t>Admin reports cover complaint volume, category, pending work, resolution time and student ratings.</a:t>
            </a:r>
          </a:p>
        </p:txBody>
      </p:sp>
    </p:spTree>
    <p:extLst>
      <p:ext uri="{BB962C8B-B14F-4D97-AF65-F5344CB8AC3E}">
        <p14:creationId xmlns:p14="http://schemas.microsoft.com/office/powerpoint/2010/main" val="2021441057"/>
      </p:ext>
    </p:extLst>
  </p:cSld>
</p:sld>
</file>

<file path=ppt/slides/slide3.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76" name="">
            <a:extLst xmlns:a="http://schemas.openxmlformats.org/drawingml/2006/main">
              <a:ext uri="{FF2B5EF4-FFF2-40B4-BE49-F238E27FC236}">
                <a16:creationId xmlns:a16="http://schemas.microsoft.com/office/drawing/2014/main" id="{A2B145B9-59DD-4F09-8468-7D2779B4C8C4}"/>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Class diagram</a:t>
            </a:r>
          </a:p>
        </p:txBody>
      </p:sp>
      <p:sp>
        <p:nvSpPr>
          <p:cNvPr id="2" name="">
            <a:extLst xmlns:a="http://schemas.openxmlformats.org/drawingml/2006/main">
              <a:ext uri="{FF2B5EF4-FFF2-40B4-BE49-F238E27FC236}">
                <a16:creationId xmlns:a16="http://schemas.microsoft.com/office/drawing/2014/main" id="{AA013DA5-BCD9-4BB3-8B48-7F0C6496BAF7}"/>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Eight core classes define accounts, complaints, work allocation and feedback.</a:t>
            </a:r>
          </a:p>
        </p:txBody>
      </p:sp>
      <p:sp>
        <p:nvSpPr>
          <p:cNvPr id="3" name="">
            <a:extLst xmlns:a="http://schemas.openxmlformats.org/drawingml/2006/main">
              <a:ext uri="{FF2B5EF4-FFF2-40B4-BE49-F238E27FC236}">
                <a16:creationId xmlns:a16="http://schemas.microsoft.com/office/drawing/2014/main" id="{8F0E1AEE-7EA7-462D-A9D6-5C3B24E5F1BA}"/>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5AFB8DB5-1EE5-47A3-A337-5ADD53800A7D}"/>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D4662809-F52A-480E-907A-ACBC02BB6292}"/>
              </a:ext>
            </a:extLst>
          </p:cNvPr>
          <p:cNvSpPr>
            <a:spLocks xmlns:a="http://schemas.openxmlformats.org/drawingml/2006/main" noGrp="1"/>
          </p:cNvSpPr>
          <p:nvPr/>
        </p:nvSpPr>
        <p:spPr>
          <a:xfrm xmlns:a="http://schemas.openxmlformats.org/drawingml/2006/main">
            <a:off x="5476875" y="1771650"/>
            <a:ext cx="3333750" cy="1533525"/>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6" name="">
            <a:extLst xmlns:a="http://schemas.openxmlformats.org/drawingml/2006/main">
              <a:ext uri="{FF2B5EF4-FFF2-40B4-BE49-F238E27FC236}">
                <a16:creationId xmlns:a16="http://schemas.microsoft.com/office/drawing/2014/main" id="{B7BB4022-4CDB-4164-86C4-F2472F130797}"/>
              </a:ext>
            </a:extLst>
          </p:cNvPr>
          <p:cNvSpPr>
            <a:spLocks xmlns:a="http://schemas.openxmlformats.org/drawingml/2006/main" noGrp="1"/>
          </p:cNvSpPr>
          <p:nvPr/>
        </p:nvSpPr>
        <p:spPr>
          <a:xfrm xmlns:a="http://schemas.openxmlformats.org/drawingml/2006/main">
            <a:off x="5591175" y="1828800"/>
            <a:ext cx="3105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User</a:t>
            </a:r>
          </a:p>
        </p:txBody>
      </p:sp>
      <p:sp>
        <p:nvSpPr>
          <p:cNvPr id="7" name="">
            <a:extLst xmlns:a="http://schemas.openxmlformats.org/drawingml/2006/main">
              <a:ext uri="{FF2B5EF4-FFF2-40B4-BE49-F238E27FC236}">
                <a16:creationId xmlns:a16="http://schemas.microsoft.com/office/drawing/2014/main" id="{1E5B02B6-D5B8-4A37-9F2B-36B608DAD99A}"/>
              </a:ext>
            </a:extLst>
          </p:cNvPr>
          <p:cNvSpPr>
            <a:spLocks xmlns:a="http://schemas.openxmlformats.org/drawingml/2006/main" noGrp="1"/>
          </p:cNvSpPr>
          <p:nvPr/>
        </p:nvSpPr>
        <p:spPr>
          <a:xfrm xmlns:a="http://schemas.openxmlformats.org/drawingml/2006/main" flipV="0">
            <a:off x="5476875" y="2200275"/>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8" name="">
            <a:extLst xmlns:a="http://schemas.openxmlformats.org/drawingml/2006/main">
              <a:ext uri="{FF2B5EF4-FFF2-40B4-BE49-F238E27FC236}">
                <a16:creationId xmlns:a16="http://schemas.microsoft.com/office/drawing/2014/main" id="{86998FE3-F712-4CC1-8051-64971C115F33}"/>
              </a:ext>
            </a:extLst>
          </p:cNvPr>
          <p:cNvSpPr>
            <a:spLocks xmlns:a="http://schemas.openxmlformats.org/drawingml/2006/main" noGrp="1"/>
          </p:cNvSpPr>
          <p:nvPr/>
        </p:nvSpPr>
        <p:spPr>
          <a:xfrm xmlns:a="http://schemas.openxmlformats.org/drawingml/2006/main">
            <a:off x="5610225" y="2276475"/>
            <a:ext cx="3067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userId, name, email</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passwordHash, role</a:t>
            </a:r>
          </a:p>
        </p:txBody>
      </p:sp>
      <p:sp>
        <p:nvSpPr>
          <p:cNvPr id="9" name="">
            <a:extLst xmlns:a="http://schemas.openxmlformats.org/drawingml/2006/main">
              <a:ext uri="{FF2B5EF4-FFF2-40B4-BE49-F238E27FC236}">
                <a16:creationId xmlns:a16="http://schemas.microsoft.com/office/drawing/2014/main" id="{1232B336-BC03-4002-BB4A-CBCE396BF062}"/>
              </a:ext>
            </a:extLst>
          </p:cNvPr>
          <p:cNvSpPr>
            <a:spLocks xmlns:a="http://schemas.openxmlformats.org/drawingml/2006/main" noGrp="1"/>
          </p:cNvSpPr>
          <p:nvPr/>
        </p:nvSpPr>
        <p:spPr>
          <a:xfrm xmlns:a="http://schemas.openxmlformats.org/drawingml/2006/main" flipV="0">
            <a:off x="5476875" y="2895600"/>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10" name="">
            <a:extLst xmlns:a="http://schemas.openxmlformats.org/drawingml/2006/main">
              <a:ext uri="{FF2B5EF4-FFF2-40B4-BE49-F238E27FC236}">
                <a16:creationId xmlns:a16="http://schemas.microsoft.com/office/drawing/2014/main" id="{4DE32A96-5A82-4831-9801-127132E5547D}"/>
              </a:ext>
            </a:extLst>
          </p:cNvPr>
          <p:cNvSpPr>
            <a:spLocks xmlns:a="http://schemas.openxmlformats.org/drawingml/2006/main" noGrp="1"/>
          </p:cNvSpPr>
          <p:nvPr/>
        </p:nvSpPr>
        <p:spPr>
          <a:xfrm xmlns:a="http://schemas.openxmlformats.org/drawingml/2006/main">
            <a:off x="5610225" y="2933700"/>
            <a:ext cx="3067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login(), logout()</a:t>
            </a:r>
          </a:p>
        </p:txBody>
      </p:sp>
      <p:sp>
        <p:nvSpPr>
          <p:cNvPr id="11" name="">
            <a:extLst xmlns:a="http://schemas.openxmlformats.org/drawingml/2006/main">
              <a:ext uri="{FF2B5EF4-FFF2-40B4-BE49-F238E27FC236}">
                <a16:creationId xmlns:a16="http://schemas.microsoft.com/office/drawing/2014/main" id="{D6CF7400-3A8A-4131-8FE7-1170D312DA5B}"/>
              </a:ext>
            </a:extLst>
          </p:cNvPr>
          <p:cNvSpPr>
            <a:spLocks xmlns:a="http://schemas.openxmlformats.org/drawingml/2006/main" noGrp="1"/>
          </p:cNvSpPr>
          <p:nvPr/>
        </p:nvSpPr>
        <p:spPr>
          <a:xfrm xmlns:a="http://schemas.openxmlformats.org/drawingml/2006/main">
            <a:off x="619125" y="3905250"/>
            <a:ext cx="2857500" cy="14287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12" name="">
            <a:extLst xmlns:a="http://schemas.openxmlformats.org/drawingml/2006/main">
              <a:ext uri="{FF2B5EF4-FFF2-40B4-BE49-F238E27FC236}">
                <a16:creationId xmlns:a16="http://schemas.microsoft.com/office/drawing/2014/main" id="{267F39B3-305B-460E-803F-9CC0F7E516C9}"/>
              </a:ext>
            </a:extLst>
          </p:cNvPr>
          <p:cNvSpPr>
            <a:spLocks xmlns:a="http://schemas.openxmlformats.org/drawingml/2006/main" noGrp="1"/>
          </p:cNvSpPr>
          <p:nvPr/>
        </p:nvSpPr>
        <p:spPr>
          <a:xfrm xmlns:a="http://schemas.openxmlformats.org/drawingml/2006/main">
            <a:off x="733425" y="3962400"/>
            <a:ext cx="262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Student</a:t>
            </a:r>
          </a:p>
        </p:txBody>
      </p:sp>
      <p:sp>
        <p:nvSpPr>
          <p:cNvPr id="13" name="">
            <a:extLst xmlns:a="http://schemas.openxmlformats.org/drawingml/2006/main">
              <a:ext uri="{FF2B5EF4-FFF2-40B4-BE49-F238E27FC236}">
                <a16:creationId xmlns:a16="http://schemas.microsoft.com/office/drawing/2014/main" id="{F14B0B0F-57BA-4393-8C8B-2F85C5A59BCC}"/>
              </a:ext>
            </a:extLst>
          </p:cNvPr>
          <p:cNvSpPr>
            <a:spLocks xmlns:a="http://schemas.openxmlformats.org/drawingml/2006/main" noGrp="1"/>
          </p:cNvSpPr>
          <p:nvPr/>
        </p:nvSpPr>
        <p:spPr>
          <a:xfrm xmlns:a="http://schemas.openxmlformats.org/drawingml/2006/main" flipV="0">
            <a:off x="619125" y="4333875"/>
            <a:ext cx="285750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14" name="">
            <a:extLst xmlns:a="http://schemas.openxmlformats.org/drawingml/2006/main">
              <a:ext uri="{FF2B5EF4-FFF2-40B4-BE49-F238E27FC236}">
                <a16:creationId xmlns:a16="http://schemas.microsoft.com/office/drawing/2014/main" id="{E73E6C35-1028-4F16-8BB7-3287C520BF8A}"/>
              </a:ext>
            </a:extLst>
          </p:cNvPr>
          <p:cNvSpPr>
            <a:spLocks xmlns:a="http://schemas.openxmlformats.org/drawingml/2006/main" noGrp="1"/>
          </p:cNvSpPr>
          <p:nvPr/>
        </p:nvSpPr>
        <p:spPr>
          <a:xfrm xmlns:a="http://schemas.openxmlformats.org/drawingml/2006/main">
            <a:off x="752475" y="4410075"/>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studentId, department</a:t>
            </a:r>
          </a:p>
        </p:txBody>
      </p:sp>
      <p:sp>
        <p:nvSpPr>
          <p:cNvPr id="15" name="">
            <a:extLst xmlns:a="http://schemas.openxmlformats.org/drawingml/2006/main">
              <a:ext uri="{FF2B5EF4-FFF2-40B4-BE49-F238E27FC236}">
                <a16:creationId xmlns:a16="http://schemas.microsoft.com/office/drawing/2014/main" id="{B35D2FD7-C6F3-4804-8191-B828D18FC8C3}"/>
              </a:ext>
            </a:extLst>
          </p:cNvPr>
          <p:cNvSpPr>
            <a:spLocks xmlns:a="http://schemas.openxmlformats.org/drawingml/2006/main" noGrp="1"/>
          </p:cNvSpPr>
          <p:nvPr/>
        </p:nvSpPr>
        <p:spPr>
          <a:xfrm xmlns:a="http://schemas.openxmlformats.org/drawingml/2006/main" flipV="0">
            <a:off x="619125" y="4924425"/>
            <a:ext cx="285750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16" name="">
            <a:extLst xmlns:a="http://schemas.openxmlformats.org/drawingml/2006/main">
              <a:ext uri="{FF2B5EF4-FFF2-40B4-BE49-F238E27FC236}">
                <a16:creationId xmlns:a16="http://schemas.microsoft.com/office/drawing/2014/main" id="{4C9C3023-1DA1-4A44-A457-69FAAD895933}"/>
              </a:ext>
            </a:extLst>
          </p:cNvPr>
          <p:cNvSpPr>
            <a:spLocks xmlns:a="http://schemas.openxmlformats.org/drawingml/2006/main" noGrp="1"/>
          </p:cNvSpPr>
          <p:nvPr/>
        </p:nvSpPr>
        <p:spPr>
          <a:xfrm xmlns:a="http://schemas.openxmlformats.org/drawingml/2006/main">
            <a:off x="752475" y="4962525"/>
            <a:ext cx="2590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submitComplaint()</a:t>
            </a:r>
          </a:p>
        </p:txBody>
      </p:sp>
      <p:sp>
        <p:nvSpPr>
          <p:cNvPr id="17" name="">
            <a:extLst xmlns:a="http://schemas.openxmlformats.org/drawingml/2006/main">
              <a:ext uri="{FF2B5EF4-FFF2-40B4-BE49-F238E27FC236}">
                <a16:creationId xmlns:a16="http://schemas.microsoft.com/office/drawing/2014/main" id="{4F820F20-7947-467A-9059-DA9E2C764E43}"/>
              </a:ext>
            </a:extLst>
          </p:cNvPr>
          <p:cNvSpPr>
            <a:spLocks xmlns:a="http://schemas.openxmlformats.org/drawingml/2006/main" noGrp="1"/>
          </p:cNvSpPr>
          <p:nvPr/>
        </p:nvSpPr>
        <p:spPr>
          <a:xfrm xmlns:a="http://schemas.openxmlformats.org/drawingml/2006/main">
            <a:off x="619125" y="1771650"/>
            <a:ext cx="2857500" cy="14287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18" name="">
            <a:extLst xmlns:a="http://schemas.openxmlformats.org/drawingml/2006/main">
              <a:ext uri="{FF2B5EF4-FFF2-40B4-BE49-F238E27FC236}">
                <a16:creationId xmlns:a16="http://schemas.microsoft.com/office/drawing/2014/main" id="{2E14F559-B76B-4BC9-A8A4-7AB5258E2F06}"/>
              </a:ext>
            </a:extLst>
          </p:cNvPr>
          <p:cNvSpPr>
            <a:spLocks xmlns:a="http://schemas.openxmlformats.org/drawingml/2006/main" noGrp="1"/>
          </p:cNvSpPr>
          <p:nvPr/>
        </p:nvSpPr>
        <p:spPr>
          <a:xfrm xmlns:a="http://schemas.openxmlformats.org/drawingml/2006/main">
            <a:off x="733425" y="1828800"/>
            <a:ext cx="2628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Admin</a:t>
            </a:r>
          </a:p>
        </p:txBody>
      </p:sp>
      <p:sp>
        <p:nvSpPr>
          <p:cNvPr id="19" name="">
            <a:extLst xmlns:a="http://schemas.openxmlformats.org/drawingml/2006/main">
              <a:ext uri="{FF2B5EF4-FFF2-40B4-BE49-F238E27FC236}">
                <a16:creationId xmlns:a16="http://schemas.microsoft.com/office/drawing/2014/main" id="{0C4F5A9C-3C4B-4EF8-8EFE-1D5ACA3FE73E}"/>
              </a:ext>
            </a:extLst>
          </p:cNvPr>
          <p:cNvSpPr>
            <a:spLocks xmlns:a="http://schemas.openxmlformats.org/drawingml/2006/main" noGrp="1"/>
          </p:cNvSpPr>
          <p:nvPr/>
        </p:nvSpPr>
        <p:spPr>
          <a:xfrm xmlns:a="http://schemas.openxmlformats.org/drawingml/2006/main" flipV="0">
            <a:off x="619125" y="2200275"/>
            <a:ext cx="285750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20" name="">
            <a:extLst xmlns:a="http://schemas.openxmlformats.org/drawingml/2006/main">
              <a:ext uri="{FF2B5EF4-FFF2-40B4-BE49-F238E27FC236}">
                <a16:creationId xmlns:a16="http://schemas.microsoft.com/office/drawing/2014/main" id="{FCD8238C-2EA0-44E8-B2F3-EE6483535934}"/>
              </a:ext>
            </a:extLst>
          </p:cNvPr>
          <p:cNvSpPr>
            <a:spLocks xmlns:a="http://schemas.openxmlformats.org/drawingml/2006/main" noGrp="1"/>
          </p:cNvSpPr>
          <p:nvPr/>
        </p:nvSpPr>
        <p:spPr>
          <a:xfrm xmlns:a="http://schemas.openxmlformats.org/drawingml/2006/main">
            <a:off x="752475" y="2276475"/>
            <a:ext cx="2590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adminId</a:t>
            </a:r>
          </a:p>
        </p:txBody>
      </p:sp>
      <p:sp>
        <p:nvSpPr>
          <p:cNvPr id="21" name="">
            <a:extLst xmlns:a="http://schemas.openxmlformats.org/drawingml/2006/main">
              <a:ext uri="{FF2B5EF4-FFF2-40B4-BE49-F238E27FC236}">
                <a16:creationId xmlns:a16="http://schemas.microsoft.com/office/drawing/2014/main" id="{3819852B-1ACD-435B-952E-1942A94BF4DF}"/>
              </a:ext>
            </a:extLst>
          </p:cNvPr>
          <p:cNvSpPr>
            <a:spLocks xmlns:a="http://schemas.openxmlformats.org/drawingml/2006/main" noGrp="1"/>
          </p:cNvSpPr>
          <p:nvPr/>
        </p:nvSpPr>
        <p:spPr>
          <a:xfrm xmlns:a="http://schemas.openxmlformats.org/drawingml/2006/main" flipV="0">
            <a:off x="619125" y="2790825"/>
            <a:ext cx="285750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22" name="">
            <a:extLst xmlns:a="http://schemas.openxmlformats.org/drawingml/2006/main">
              <a:ext uri="{FF2B5EF4-FFF2-40B4-BE49-F238E27FC236}">
                <a16:creationId xmlns:a16="http://schemas.microsoft.com/office/drawing/2014/main" id="{49B8F9E0-216B-4A53-8283-182A7060F209}"/>
              </a:ext>
            </a:extLst>
          </p:cNvPr>
          <p:cNvSpPr>
            <a:spLocks xmlns:a="http://schemas.openxmlformats.org/drawingml/2006/main" noGrp="1"/>
          </p:cNvSpPr>
          <p:nvPr/>
        </p:nvSpPr>
        <p:spPr>
          <a:xfrm xmlns:a="http://schemas.openxmlformats.org/drawingml/2006/main">
            <a:off x="752475" y="2828925"/>
            <a:ext cx="2590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assignStaff()</a:t>
            </a:r>
          </a:p>
        </p:txBody>
      </p:sp>
      <p:sp>
        <p:nvSpPr>
          <p:cNvPr id="23" name="">
            <a:extLst xmlns:a="http://schemas.openxmlformats.org/drawingml/2006/main">
              <a:ext uri="{FF2B5EF4-FFF2-40B4-BE49-F238E27FC236}">
                <a16:creationId xmlns:a16="http://schemas.microsoft.com/office/drawing/2014/main" id="{04E23F4A-3D36-415F-9C3B-96E68CF27B04}"/>
              </a:ext>
            </a:extLst>
          </p:cNvPr>
          <p:cNvSpPr>
            <a:spLocks xmlns:a="http://schemas.openxmlformats.org/drawingml/2006/main" noGrp="1"/>
          </p:cNvSpPr>
          <p:nvPr/>
        </p:nvSpPr>
        <p:spPr>
          <a:xfrm xmlns:a="http://schemas.openxmlformats.org/drawingml/2006/main">
            <a:off x="11096625" y="1771650"/>
            <a:ext cx="3333750" cy="1533525"/>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24" name="">
            <a:extLst xmlns:a="http://schemas.openxmlformats.org/drawingml/2006/main">
              <a:ext uri="{FF2B5EF4-FFF2-40B4-BE49-F238E27FC236}">
                <a16:creationId xmlns:a16="http://schemas.microsoft.com/office/drawing/2014/main" id="{4AB2D5C5-7DAE-489C-A99C-CE0AD011CBA0}"/>
              </a:ext>
            </a:extLst>
          </p:cNvPr>
          <p:cNvSpPr>
            <a:spLocks xmlns:a="http://schemas.openxmlformats.org/drawingml/2006/main" noGrp="1"/>
          </p:cNvSpPr>
          <p:nvPr/>
        </p:nvSpPr>
        <p:spPr>
          <a:xfrm xmlns:a="http://schemas.openxmlformats.org/drawingml/2006/main">
            <a:off x="11210925" y="1828800"/>
            <a:ext cx="3105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Staff</a:t>
            </a:r>
          </a:p>
        </p:txBody>
      </p:sp>
      <p:sp>
        <p:nvSpPr>
          <p:cNvPr id="25" name="">
            <a:extLst xmlns:a="http://schemas.openxmlformats.org/drawingml/2006/main">
              <a:ext uri="{FF2B5EF4-FFF2-40B4-BE49-F238E27FC236}">
                <a16:creationId xmlns:a16="http://schemas.microsoft.com/office/drawing/2014/main" id="{AFE7C587-786A-47B9-9D02-BB15F7217AB6}"/>
              </a:ext>
            </a:extLst>
          </p:cNvPr>
          <p:cNvSpPr>
            <a:spLocks xmlns:a="http://schemas.openxmlformats.org/drawingml/2006/main" noGrp="1"/>
          </p:cNvSpPr>
          <p:nvPr/>
        </p:nvSpPr>
        <p:spPr>
          <a:xfrm xmlns:a="http://schemas.openxmlformats.org/drawingml/2006/main" flipV="0">
            <a:off x="11096625" y="2200275"/>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26" name="">
            <a:extLst xmlns:a="http://schemas.openxmlformats.org/drawingml/2006/main">
              <a:ext uri="{FF2B5EF4-FFF2-40B4-BE49-F238E27FC236}">
                <a16:creationId xmlns:a16="http://schemas.microsoft.com/office/drawing/2014/main" id="{7749F6F7-0B27-4644-9755-BFB613DA2994}"/>
              </a:ext>
            </a:extLst>
          </p:cNvPr>
          <p:cNvSpPr>
            <a:spLocks xmlns:a="http://schemas.openxmlformats.org/drawingml/2006/main" noGrp="1"/>
          </p:cNvSpPr>
          <p:nvPr/>
        </p:nvSpPr>
        <p:spPr>
          <a:xfrm xmlns:a="http://schemas.openxmlformats.org/drawingml/2006/main">
            <a:off x="11229975" y="2276475"/>
            <a:ext cx="3067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staffId, specialization</a:t>
            </a:r>
          </a:p>
        </p:txBody>
      </p:sp>
      <p:sp>
        <p:nvSpPr>
          <p:cNvPr id="27" name="">
            <a:extLst xmlns:a="http://schemas.openxmlformats.org/drawingml/2006/main">
              <a:ext uri="{FF2B5EF4-FFF2-40B4-BE49-F238E27FC236}">
                <a16:creationId xmlns:a16="http://schemas.microsoft.com/office/drawing/2014/main" id="{7E464680-D996-47B6-9AA4-8D25ECBB3644}"/>
              </a:ext>
            </a:extLst>
          </p:cNvPr>
          <p:cNvSpPr>
            <a:spLocks xmlns:a="http://schemas.openxmlformats.org/drawingml/2006/main" noGrp="1"/>
          </p:cNvSpPr>
          <p:nvPr/>
        </p:nvSpPr>
        <p:spPr>
          <a:xfrm xmlns:a="http://schemas.openxmlformats.org/drawingml/2006/main" flipV="0">
            <a:off x="11096625" y="2895600"/>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28" name="">
            <a:extLst xmlns:a="http://schemas.openxmlformats.org/drawingml/2006/main">
              <a:ext uri="{FF2B5EF4-FFF2-40B4-BE49-F238E27FC236}">
                <a16:creationId xmlns:a16="http://schemas.microsoft.com/office/drawing/2014/main" id="{A15B5CED-0FD6-42E0-82BA-E1DC7623B4A1}"/>
              </a:ext>
            </a:extLst>
          </p:cNvPr>
          <p:cNvSpPr>
            <a:spLocks xmlns:a="http://schemas.openxmlformats.org/drawingml/2006/main" noGrp="1"/>
          </p:cNvSpPr>
          <p:nvPr/>
        </p:nvSpPr>
        <p:spPr>
          <a:xfrm xmlns:a="http://schemas.openxmlformats.org/drawingml/2006/main">
            <a:off x="11229975" y="2933700"/>
            <a:ext cx="3067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updateStatus()</a:t>
            </a:r>
          </a:p>
        </p:txBody>
      </p:sp>
      <p:cxnSp>
        <p:nvCxnSpPr>
          <p:cNvPr id="104" name=""/>
          <p:cNvCxnSpPr>
            <a:stCxn xmlns:a="http://schemas.openxmlformats.org/drawingml/2006/main" id="17" idx="3"/>
            <a:endCxn xmlns:a="http://schemas.openxmlformats.org/drawingml/2006/main" id="5" idx="1"/>
          </p:cNvCxnSpPr>
          <p:nvPr/>
        </p:nvCxnSpPr>
        <p:spPr>
          <a:xfrm xmlns:a="http://schemas.openxmlformats.org/drawingml/2006/main">
            <a:off x="3476625" y="2486025"/>
            <a:ext cx="2000250" cy="52388"/>
          </a:xfrm>
          <a:prstGeom xmlns:a="http://schemas.openxmlformats.org/drawingml/2006/main" prst="straightConnector1">
            <a:avLst/>
          </a:prstGeom>
          <a:ln xmlns:a="http://schemas.openxmlformats.org/drawingml/2006/main" w="17145">
            <a:solidFill>
              <a:srgbClr val="72695C"/>
            </a:solidFill>
            <a:tailEnd type="triangle" w="sm" len="sm"/>
          </a:ln>
        </p:spPr>
      </p:cxnSp>
      <p:cxnSp>
        <p:nvCxnSpPr>
          <p:cNvPr id="105" name=""/>
          <p:cNvCxnSpPr>
            <a:stCxn xmlns:a="http://schemas.openxmlformats.org/drawingml/2006/main" id="23" idx="1"/>
            <a:endCxn xmlns:a="http://schemas.openxmlformats.org/drawingml/2006/main" id="5" idx="3"/>
          </p:cNvCxnSpPr>
          <p:nvPr/>
        </p:nvCxnSpPr>
        <p:spPr>
          <a:xfrm xmlns:a="http://schemas.openxmlformats.org/drawingml/2006/main" flipH="1">
            <a:off x="8810625" y="2538413"/>
            <a:ext cx="2286000"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1" name="">
            <a:extLst xmlns:a="http://schemas.openxmlformats.org/drawingml/2006/main">
              <a:ext uri="{FF2B5EF4-FFF2-40B4-BE49-F238E27FC236}">
                <a16:creationId xmlns:a16="http://schemas.microsoft.com/office/drawing/2014/main" id="{B29EE3AE-27D1-4EB4-9DB2-E3AEB102D10C}"/>
              </a:ext>
            </a:extLst>
          </p:cNvPr>
          <p:cNvSpPr>
            <a:spLocks xmlns:a="http://schemas.openxmlformats.org/drawingml/2006/main" noGrp="1"/>
          </p:cNvSpPr>
          <p:nvPr/>
        </p:nvSpPr>
        <p:spPr>
          <a:xfrm xmlns:a="http://schemas.openxmlformats.org/drawingml/2006/main">
            <a:off x="2047875" y="3905250"/>
            <a:ext cx="953" cy="953"/>
          </a:xfrm>
          <a:prstGeom xmlns:a="http://schemas.openxmlformats.org/drawingml/2006/main" prst="rect">
            <a:avLst/>
          </a:prstGeom>
          <a:noFill xmlns:a="http://schemas.openxmlformats.org/drawingml/2006/main"/>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5C0BD0B-3B87-450E-9FC4-956907BA3475}"/>
              </a:ext>
            </a:extLst>
          </p:cNvPr>
          <p:cNvSpPr>
            <a:spLocks xmlns:a="http://schemas.openxmlformats.org/drawingml/2006/main" noGrp="1"/>
          </p:cNvSpPr>
          <p:nvPr/>
        </p:nvSpPr>
        <p:spPr>
          <a:xfrm xmlns:a="http://schemas.openxmlformats.org/drawingml/2006/main">
            <a:off x="2047875" y="35623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08" name=""/>
          <p:cNvCxnSpPr>
            <a:stCxn xmlns:a="http://schemas.openxmlformats.org/drawingml/2006/main" id="31" idx="3"/>
            <a:endCxn xmlns:a="http://schemas.openxmlformats.org/drawingml/2006/main" id="32" idx="1"/>
          </p:cNvCxnSpPr>
          <p:nvPr/>
        </p:nvCxnSpPr>
        <p:spPr>
          <a:xfrm xmlns:a="http://schemas.openxmlformats.org/drawingml/2006/main" flipH="1" flipV="1">
            <a:off x="2047875" y="3562827"/>
            <a:ext cx="953" cy="34290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4" name="">
            <a:extLst xmlns:a="http://schemas.openxmlformats.org/drawingml/2006/main">
              <a:ext uri="{FF2B5EF4-FFF2-40B4-BE49-F238E27FC236}">
                <a16:creationId xmlns:a16="http://schemas.microsoft.com/office/drawing/2014/main" id="{F6280CF4-5EE9-4ED8-8ED2-DD856D101CE8}"/>
              </a:ext>
            </a:extLst>
          </p:cNvPr>
          <p:cNvSpPr>
            <a:spLocks xmlns:a="http://schemas.openxmlformats.org/drawingml/2006/main" noGrp="1"/>
          </p:cNvSpPr>
          <p:nvPr/>
        </p:nvSpPr>
        <p:spPr>
          <a:xfrm xmlns:a="http://schemas.openxmlformats.org/drawingml/2006/main">
            <a:off x="2047875" y="3562350"/>
            <a:ext cx="953" cy="953"/>
          </a:xfrm>
          <a:prstGeom xmlns:a="http://schemas.openxmlformats.org/drawingml/2006/main" prst="rect">
            <a:avLst/>
          </a:prstGeom>
          <a:noFill xmlns:a="http://schemas.openxmlformats.org/drawingml/2006/main"/>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C5F73963-E00B-47DE-808A-2DA1440E5A4A}"/>
              </a:ext>
            </a:extLst>
          </p:cNvPr>
          <p:cNvSpPr>
            <a:spLocks xmlns:a="http://schemas.openxmlformats.org/drawingml/2006/main" noGrp="1"/>
          </p:cNvSpPr>
          <p:nvPr/>
        </p:nvSpPr>
        <p:spPr>
          <a:xfrm xmlns:a="http://schemas.openxmlformats.org/drawingml/2006/main">
            <a:off x="7143750" y="35623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1" name=""/>
          <p:cNvCxnSpPr>
            <a:stCxn xmlns:a="http://schemas.openxmlformats.org/drawingml/2006/main" id="34" idx="3"/>
            <a:endCxn xmlns:a="http://schemas.openxmlformats.org/drawingml/2006/main" id="35" idx="1"/>
          </p:cNvCxnSpPr>
          <p:nvPr/>
        </p:nvCxnSpPr>
        <p:spPr>
          <a:xfrm xmlns:a="http://schemas.openxmlformats.org/drawingml/2006/main">
            <a:off x="2048828" y="3562827"/>
            <a:ext cx="50949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7" name="">
            <a:extLst xmlns:a="http://schemas.openxmlformats.org/drawingml/2006/main">
              <a:ext uri="{FF2B5EF4-FFF2-40B4-BE49-F238E27FC236}">
                <a16:creationId xmlns:a16="http://schemas.microsoft.com/office/drawing/2014/main" id="{A0B467A4-EE2F-46C0-A466-86817DE4347A}"/>
              </a:ext>
            </a:extLst>
          </p:cNvPr>
          <p:cNvSpPr>
            <a:spLocks xmlns:a="http://schemas.openxmlformats.org/drawingml/2006/main" noGrp="1"/>
          </p:cNvSpPr>
          <p:nvPr/>
        </p:nvSpPr>
        <p:spPr>
          <a:xfrm xmlns:a="http://schemas.openxmlformats.org/drawingml/2006/main">
            <a:off x="7143750" y="3562350"/>
            <a:ext cx="953" cy="953"/>
          </a:xfrm>
          <a:prstGeom xmlns:a="http://schemas.openxmlformats.org/drawingml/2006/main" prst="rect">
            <a:avLst/>
          </a:prstGeom>
          <a:noFill xmlns:a="http://schemas.openxmlformats.org/drawingml/2006/main"/>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85D89142-7CB5-4D41-AFC6-BA0D5CCCAC42}"/>
              </a:ext>
            </a:extLst>
          </p:cNvPr>
          <p:cNvSpPr>
            <a:spLocks xmlns:a="http://schemas.openxmlformats.org/drawingml/2006/main" noGrp="1"/>
          </p:cNvSpPr>
          <p:nvPr/>
        </p:nvSpPr>
        <p:spPr>
          <a:xfrm xmlns:a="http://schemas.openxmlformats.org/drawingml/2006/main">
            <a:off x="7143750" y="33051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14" name=""/>
          <p:cNvCxnSpPr>
            <a:stCxn xmlns:a="http://schemas.openxmlformats.org/drawingml/2006/main" id="37" idx="3"/>
            <a:endCxn xmlns:a="http://schemas.openxmlformats.org/drawingml/2006/main" id="38" idx="1"/>
          </p:cNvCxnSpPr>
          <p:nvPr/>
        </p:nvCxnSpPr>
        <p:spPr>
          <a:xfrm xmlns:a="http://schemas.openxmlformats.org/drawingml/2006/main" flipH="1" flipV="1">
            <a:off x="7143750" y="3305652"/>
            <a:ext cx="953" cy="25717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40" name="">
            <a:extLst xmlns:a="http://schemas.openxmlformats.org/drawingml/2006/main">
              <a:ext uri="{FF2B5EF4-FFF2-40B4-BE49-F238E27FC236}">
                <a16:creationId xmlns:a16="http://schemas.microsoft.com/office/drawing/2014/main" id="{E7B1D515-FDC0-4D18-9EC0-0546D3DBA524}"/>
              </a:ext>
            </a:extLst>
          </p:cNvPr>
          <p:cNvSpPr>
            <a:spLocks xmlns:a="http://schemas.openxmlformats.org/drawingml/2006/main" noGrp="1"/>
          </p:cNvSpPr>
          <p:nvPr/>
        </p:nvSpPr>
        <p:spPr>
          <a:xfrm xmlns:a="http://schemas.openxmlformats.org/drawingml/2006/main">
            <a:off x="5476875" y="3905250"/>
            <a:ext cx="3714750" cy="15621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41" name="">
            <a:extLst xmlns:a="http://schemas.openxmlformats.org/drawingml/2006/main">
              <a:ext uri="{FF2B5EF4-FFF2-40B4-BE49-F238E27FC236}">
                <a16:creationId xmlns:a16="http://schemas.microsoft.com/office/drawing/2014/main" id="{2C4F3B62-DBFC-45BB-A3A3-818B744BF563}"/>
              </a:ext>
            </a:extLst>
          </p:cNvPr>
          <p:cNvSpPr>
            <a:spLocks xmlns:a="http://schemas.openxmlformats.org/drawingml/2006/main" noGrp="1"/>
          </p:cNvSpPr>
          <p:nvPr/>
        </p:nvSpPr>
        <p:spPr>
          <a:xfrm xmlns:a="http://schemas.openxmlformats.org/drawingml/2006/main">
            <a:off x="5591175" y="3962400"/>
            <a:ext cx="348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Complaint</a:t>
            </a:r>
          </a:p>
        </p:txBody>
      </p:sp>
      <p:sp>
        <p:nvSpPr>
          <p:cNvPr id="42" name="">
            <a:extLst xmlns:a="http://schemas.openxmlformats.org/drawingml/2006/main">
              <a:ext uri="{FF2B5EF4-FFF2-40B4-BE49-F238E27FC236}">
                <a16:creationId xmlns:a16="http://schemas.microsoft.com/office/drawing/2014/main" id="{14147662-38E8-4CDA-9276-E9BD0D3AA77F}"/>
              </a:ext>
            </a:extLst>
          </p:cNvPr>
          <p:cNvSpPr>
            <a:spLocks xmlns:a="http://schemas.openxmlformats.org/drawingml/2006/main" noGrp="1"/>
          </p:cNvSpPr>
          <p:nvPr/>
        </p:nvSpPr>
        <p:spPr>
          <a:xfrm xmlns:a="http://schemas.openxmlformats.org/drawingml/2006/main" flipV="0">
            <a:off x="5476875" y="4333875"/>
            <a:ext cx="3714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43" name="">
            <a:extLst xmlns:a="http://schemas.openxmlformats.org/drawingml/2006/main">
              <a:ext uri="{FF2B5EF4-FFF2-40B4-BE49-F238E27FC236}">
                <a16:creationId xmlns:a16="http://schemas.microsoft.com/office/drawing/2014/main" id="{7E3523BB-709D-4C87-BB92-6F4D8BE15E63}"/>
              </a:ext>
            </a:extLst>
          </p:cNvPr>
          <p:cNvSpPr>
            <a:spLocks xmlns:a="http://schemas.openxmlformats.org/drawingml/2006/main" noGrp="1"/>
          </p:cNvSpPr>
          <p:nvPr/>
        </p:nvSpPr>
        <p:spPr>
          <a:xfrm xmlns:a="http://schemas.openxmlformats.org/drawingml/2006/main">
            <a:off x="5610225" y="4410075"/>
            <a:ext cx="3448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id, category, location, photo</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priority, status, createdAt</a:t>
            </a:r>
          </a:p>
        </p:txBody>
      </p:sp>
      <p:sp>
        <p:nvSpPr>
          <p:cNvPr id="44" name="">
            <a:extLst xmlns:a="http://schemas.openxmlformats.org/drawingml/2006/main">
              <a:ext uri="{FF2B5EF4-FFF2-40B4-BE49-F238E27FC236}">
                <a16:creationId xmlns:a16="http://schemas.microsoft.com/office/drawing/2014/main" id="{41FFFD73-03EB-4678-9CA0-814818B6585B}"/>
              </a:ext>
            </a:extLst>
          </p:cNvPr>
          <p:cNvSpPr>
            <a:spLocks xmlns:a="http://schemas.openxmlformats.org/drawingml/2006/main" noGrp="1"/>
          </p:cNvSpPr>
          <p:nvPr/>
        </p:nvSpPr>
        <p:spPr>
          <a:xfrm xmlns:a="http://schemas.openxmlformats.org/drawingml/2006/main" flipV="0">
            <a:off x="5476875" y="5057775"/>
            <a:ext cx="3714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45" name="">
            <a:extLst xmlns:a="http://schemas.openxmlformats.org/drawingml/2006/main">
              <a:ext uri="{FF2B5EF4-FFF2-40B4-BE49-F238E27FC236}">
                <a16:creationId xmlns:a16="http://schemas.microsoft.com/office/drawing/2014/main" id="{A5AE7585-EC68-45D0-8A71-CA73333CD8C1}"/>
              </a:ext>
            </a:extLst>
          </p:cNvPr>
          <p:cNvSpPr>
            <a:spLocks xmlns:a="http://schemas.openxmlformats.org/drawingml/2006/main" noGrp="1"/>
          </p:cNvSpPr>
          <p:nvPr/>
        </p:nvSpPr>
        <p:spPr>
          <a:xfrm xmlns:a="http://schemas.openxmlformats.org/drawingml/2006/main">
            <a:off x="5610225" y="5095875"/>
            <a:ext cx="3448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create(), changeStatus()</a:t>
            </a:r>
          </a:p>
        </p:txBody>
      </p:sp>
      <p:sp>
        <p:nvSpPr>
          <p:cNvPr id="46" name="">
            <a:extLst xmlns:a="http://schemas.openxmlformats.org/drawingml/2006/main">
              <a:ext uri="{FF2B5EF4-FFF2-40B4-BE49-F238E27FC236}">
                <a16:creationId xmlns:a16="http://schemas.microsoft.com/office/drawing/2014/main" id="{0350475C-8539-43E1-9C5D-FE72CD65B1B2}"/>
              </a:ext>
            </a:extLst>
          </p:cNvPr>
          <p:cNvSpPr>
            <a:spLocks xmlns:a="http://schemas.openxmlformats.org/drawingml/2006/main" noGrp="1"/>
          </p:cNvSpPr>
          <p:nvPr/>
        </p:nvSpPr>
        <p:spPr>
          <a:xfrm xmlns:a="http://schemas.openxmlformats.org/drawingml/2006/main">
            <a:off x="11096625" y="3905250"/>
            <a:ext cx="3333750" cy="15621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47" name="">
            <a:extLst xmlns:a="http://schemas.openxmlformats.org/drawingml/2006/main">
              <a:ext uri="{FF2B5EF4-FFF2-40B4-BE49-F238E27FC236}">
                <a16:creationId xmlns:a16="http://schemas.microsoft.com/office/drawing/2014/main" id="{2FC1E979-DFEB-46A0-B9A9-79F1C569157A}"/>
              </a:ext>
            </a:extLst>
          </p:cNvPr>
          <p:cNvSpPr>
            <a:spLocks xmlns:a="http://schemas.openxmlformats.org/drawingml/2006/main" noGrp="1"/>
          </p:cNvSpPr>
          <p:nvPr/>
        </p:nvSpPr>
        <p:spPr>
          <a:xfrm xmlns:a="http://schemas.openxmlformats.org/drawingml/2006/main">
            <a:off x="11210925" y="3962400"/>
            <a:ext cx="3105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Assignment</a:t>
            </a:r>
          </a:p>
        </p:txBody>
      </p:sp>
      <p:sp>
        <p:nvSpPr>
          <p:cNvPr id="48" name="">
            <a:extLst xmlns:a="http://schemas.openxmlformats.org/drawingml/2006/main">
              <a:ext uri="{FF2B5EF4-FFF2-40B4-BE49-F238E27FC236}">
                <a16:creationId xmlns:a16="http://schemas.microsoft.com/office/drawing/2014/main" id="{5B775BB9-1271-4BE9-815A-248F6D69568F}"/>
              </a:ext>
            </a:extLst>
          </p:cNvPr>
          <p:cNvSpPr>
            <a:spLocks xmlns:a="http://schemas.openxmlformats.org/drawingml/2006/main" noGrp="1"/>
          </p:cNvSpPr>
          <p:nvPr/>
        </p:nvSpPr>
        <p:spPr>
          <a:xfrm xmlns:a="http://schemas.openxmlformats.org/drawingml/2006/main" flipV="0">
            <a:off x="11096625" y="4333875"/>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49" name="">
            <a:extLst xmlns:a="http://schemas.openxmlformats.org/drawingml/2006/main">
              <a:ext uri="{FF2B5EF4-FFF2-40B4-BE49-F238E27FC236}">
                <a16:creationId xmlns:a16="http://schemas.microsoft.com/office/drawing/2014/main" id="{AD4F14F2-8135-49A2-97B4-E7CA5DFF0948}"/>
              </a:ext>
            </a:extLst>
          </p:cNvPr>
          <p:cNvSpPr>
            <a:spLocks xmlns:a="http://schemas.openxmlformats.org/drawingml/2006/main" noGrp="1"/>
          </p:cNvSpPr>
          <p:nvPr/>
        </p:nvSpPr>
        <p:spPr>
          <a:xfrm xmlns:a="http://schemas.openxmlformats.org/drawingml/2006/main">
            <a:off x="11229975" y="4410075"/>
            <a:ext cx="30670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assignmentId, assignedAt</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complaintId, staffId, adminId</a:t>
            </a:r>
          </a:p>
        </p:txBody>
      </p:sp>
      <p:sp>
        <p:nvSpPr>
          <p:cNvPr id="50" name="">
            <a:extLst xmlns:a="http://schemas.openxmlformats.org/drawingml/2006/main">
              <a:ext uri="{FF2B5EF4-FFF2-40B4-BE49-F238E27FC236}">
                <a16:creationId xmlns:a16="http://schemas.microsoft.com/office/drawing/2014/main" id="{92919C35-FBF0-4908-8026-B7A59CF6CDAC}"/>
              </a:ext>
            </a:extLst>
          </p:cNvPr>
          <p:cNvSpPr>
            <a:spLocks xmlns:a="http://schemas.openxmlformats.org/drawingml/2006/main" noGrp="1"/>
          </p:cNvSpPr>
          <p:nvPr/>
        </p:nvSpPr>
        <p:spPr>
          <a:xfrm xmlns:a="http://schemas.openxmlformats.org/drawingml/2006/main" flipV="0">
            <a:off x="11096625" y="5057775"/>
            <a:ext cx="3333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51" name="">
            <a:extLst xmlns:a="http://schemas.openxmlformats.org/drawingml/2006/main">
              <a:ext uri="{FF2B5EF4-FFF2-40B4-BE49-F238E27FC236}">
                <a16:creationId xmlns:a16="http://schemas.microsoft.com/office/drawing/2014/main" id="{B6E5D3F8-1367-4106-80A5-F69E0CD6E44C}"/>
              </a:ext>
            </a:extLst>
          </p:cNvPr>
          <p:cNvSpPr>
            <a:spLocks xmlns:a="http://schemas.openxmlformats.org/drawingml/2006/main" noGrp="1"/>
          </p:cNvSpPr>
          <p:nvPr/>
        </p:nvSpPr>
        <p:spPr>
          <a:xfrm xmlns:a="http://schemas.openxmlformats.org/drawingml/2006/main">
            <a:off x="11229975" y="5095875"/>
            <a:ext cx="3067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assign(), reassign()</a:t>
            </a:r>
          </a:p>
        </p:txBody>
      </p:sp>
      <p:sp>
        <p:nvSpPr>
          <p:cNvPr id="52" name="">
            <a:extLst xmlns:a="http://schemas.openxmlformats.org/drawingml/2006/main">
              <a:ext uri="{FF2B5EF4-FFF2-40B4-BE49-F238E27FC236}">
                <a16:creationId xmlns:a16="http://schemas.microsoft.com/office/drawing/2014/main" id="{DDB26E6B-6249-40CF-86D0-DC614ADDF6E7}"/>
              </a:ext>
            </a:extLst>
          </p:cNvPr>
          <p:cNvSpPr>
            <a:spLocks xmlns:a="http://schemas.openxmlformats.org/drawingml/2006/main" noGrp="1"/>
          </p:cNvSpPr>
          <p:nvPr/>
        </p:nvSpPr>
        <p:spPr>
          <a:xfrm xmlns:a="http://schemas.openxmlformats.org/drawingml/2006/main">
            <a:off x="5476875" y="6200775"/>
            <a:ext cx="3714750" cy="1266825"/>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53" name="">
            <a:extLst xmlns:a="http://schemas.openxmlformats.org/drawingml/2006/main">
              <a:ext uri="{FF2B5EF4-FFF2-40B4-BE49-F238E27FC236}">
                <a16:creationId xmlns:a16="http://schemas.microsoft.com/office/drawing/2014/main" id="{95627012-B61A-48C7-9BFB-F39940900E50}"/>
              </a:ext>
            </a:extLst>
          </p:cNvPr>
          <p:cNvSpPr>
            <a:spLocks xmlns:a="http://schemas.openxmlformats.org/drawingml/2006/main" noGrp="1"/>
          </p:cNvSpPr>
          <p:nvPr/>
        </p:nvSpPr>
        <p:spPr>
          <a:xfrm xmlns:a="http://schemas.openxmlformats.org/drawingml/2006/main">
            <a:off x="5591175" y="6257925"/>
            <a:ext cx="3486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Feedback</a:t>
            </a:r>
          </a:p>
        </p:txBody>
      </p:sp>
      <p:sp>
        <p:nvSpPr>
          <p:cNvPr id="54" name="">
            <a:extLst xmlns:a="http://schemas.openxmlformats.org/drawingml/2006/main">
              <a:ext uri="{FF2B5EF4-FFF2-40B4-BE49-F238E27FC236}">
                <a16:creationId xmlns:a16="http://schemas.microsoft.com/office/drawing/2014/main" id="{5ADF8E3A-9E3B-4B43-8744-56B5C70B0632}"/>
              </a:ext>
            </a:extLst>
          </p:cNvPr>
          <p:cNvSpPr>
            <a:spLocks xmlns:a="http://schemas.openxmlformats.org/drawingml/2006/main" noGrp="1"/>
          </p:cNvSpPr>
          <p:nvPr/>
        </p:nvSpPr>
        <p:spPr>
          <a:xfrm xmlns:a="http://schemas.openxmlformats.org/drawingml/2006/main" flipV="0">
            <a:off x="5476875" y="6629400"/>
            <a:ext cx="3714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55" name="">
            <a:extLst xmlns:a="http://schemas.openxmlformats.org/drawingml/2006/main">
              <a:ext uri="{FF2B5EF4-FFF2-40B4-BE49-F238E27FC236}">
                <a16:creationId xmlns:a16="http://schemas.microsoft.com/office/drawing/2014/main" id="{8A6FE752-9A90-4608-AA06-5DC679594B95}"/>
              </a:ext>
            </a:extLst>
          </p:cNvPr>
          <p:cNvSpPr>
            <a:spLocks xmlns:a="http://schemas.openxmlformats.org/drawingml/2006/main" noGrp="1"/>
          </p:cNvSpPr>
          <p:nvPr/>
        </p:nvSpPr>
        <p:spPr>
          <a:xfrm xmlns:a="http://schemas.openxmlformats.org/drawingml/2006/main">
            <a:off x="5610225" y="6705600"/>
            <a:ext cx="3448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feedbackId, rating, comment</a:t>
            </a:r>
          </a:p>
        </p:txBody>
      </p:sp>
      <p:sp>
        <p:nvSpPr>
          <p:cNvPr id="56" name="">
            <a:extLst xmlns:a="http://schemas.openxmlformats.org/drawingml/2006/main">
              <a:ext uri="{FF2B5EF4-FFF2-40B4-BE49-F238E27FC236}">
                <a16:creationId xmlns:a16="http://schemas.microsoft.com/office/drawing/2014/main" id="{C53AEF2B-9396-41DF-819F-D8F48E2C91E7}"/>
              </a:ext>
            </a:extLst>
          </p:cNvPr>
          <p:cNvSpPr>
            <a:spLocks xmlns:a="http://schemas.openxmlformats.org/drawingml/2006/main" noGrp="1"/>
          </p:cNvSpPr>
          <p:nvPr/>
        </p:nvSpPr>
        <p:spPr>
          <a:xfrm xmlns:a="http://schemas.openxmlformats.org/drawingml/2006/main" flipV="0">
            <a:off x="5476875" y="7058025"/>
            <a:ext cx="3714750"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57" name="">
            <a:extLst xmlns:a="http://schemas.openxmlformats.org/drawingml/2006/main">
              <a:ext uri="{FF2B5EF4-FFF2-40B4-BE49-F238E27FC236}">
                <a16:creationId xmlns:a16="http://schemas.microsoft.com/office/drawing/2014/main" id="{D73C9ADC-0A69-48C1-80F1-A16A7D5EC837}"/>
              </a:ext>
            </a:extLst>
          </p:cNvPr>
          <p:cNvSpPr>
            <a:spLocks xmlns:a="http://schemas.openxmlformats.org/drawingml/2006/main" noGrp="1"/>
          </p:cNvSpPr>
          <p:nvPr/>
        </p:nvSpPr>
        <p:spPr>
          <a:xfrm xmlns:a="http://schemas.openxmlformats.org/drawingml/2006/main">
            <a:off x="5610225" y="7096125"/>
            <a:ext cx="3448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submit()</a:t>
            </a:r>
          </a:p>
        </p:txBody>
      </p:sp>
      <p:sp>
        <p:nvSpPr>
          <p:cNvPr id="58" name="">
            <a:extLst xmlns:a="http://schemas.openxmlformats.org/drawingml/2006/main">
              <a:ext uri="{FF2B5EF4-FFF2-40B4-BE49-F238E27FC236}">
                <a16:creationId xmlns:a16="http://schemas.microsoft.com/office/drawing/2014/main" id="{3EFB5918-00CC-4BBA-8A6B-5D2975EA23FC}"/>
              </a:ext>
            </a:extLst>
          </p:cNvPr>
          <p:cNvSpPr>
            <a:spLocks xmlns:a="http://schemas.openxmlformats.org/drawingml/2006/main" noGrp="1"/>
          </p:cNvSpPr>
          <p:nvPr/>
        </p:nvSpPr>
        <p:spPr>
          <a:xfrm xmlns:a="http://schemas.openxmlformats.org/drawingml/2006/main">
            <a:off x="619125" y="6200775"/>
            <a:ext cx="3762375" cy="1266825"/>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sp>
      <p:sp>
        <p:nvSpPr>
          <p:cNvPr id="59" name="">
            <a:extLst xmlns:a="http://schemas.openxmlformats.org/drawingml/2006/main">
              <a:ext uri="{FF2B5EF4-FFF2-40B4-BE49-F238E27FC236}">
                <a16:creationId xmlns:a16="http://schemas.microsoft.com/office/drawing/2014/main" id="{347782D8-3685-4CAD-A7EA-F6D2BD598F83}"/>
              </a:ext>
            </a:extLst>
          </p:cNvPr>
          <p:cNvSpPr>
            <a:spLocks xmlns:a="http://schemas.openxmlformats.org/drawingml/2006/main" noGrp="1"/>
          </p:cNvSpPr>
          <p:nvPr/>
        </p:nvSpPr>
        <p:spPr>
          <a:xfrm xmlns:a="http://schemas.openxmlformats.org/drawingml/2006/main">
            <a:off x="733425" y="6257925"/>
            <a:ext cx="3533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302D27"/>
                </a:solidFill>
                <a:latin typeface="Arial"/>
                <a:ea typeface="Arial"/>
                <a:cs typeface="Arial"/>
              </a:defRPr>
            </a:pPr>
            <a:r>
              <a:rPr sz="1950" b="1">
                <a:solidFill>
                  <a:srgbClr val="302D27"/>
                </a:solidFill>
                <a:latin typeface="Arial"/>
                <a:ea typeface="Arial"/>
                <a:cs typeface="Arial"/>
              </a:rPr>
              <a:t>Notification</a:t>
            </a:r>
          </a:p>
        </p:txBody>
      </p:sp>
      <p:sp>
        <p:nvSpPr>
          <p:cNvPr id="60" name="">
            <a:extLst xmlns:a="http://schemas.openxmlformats.org/drawingml/2006/main">
              <a:ext uri="{FF2B5EF4-FFF2-40B4-BE49-F238E27FC236}">
                <a16:creationId xmlns:a16="http://schemas.microsoft.com/office/drawing/2014/main" id="{4ECFCD81-FA42-471B-98EF-8ACEB2CDA4E2}"/>
              </a:ext>
            </a:extLst>
          </p:cNvPr>
          <p:cNvSpPr>
            <a:spLocks xmlns:a="http://schemas.openxmlformats.org/drawingml/2006/main" noGrp="1"/>
          </p:cNvSpPr>
          <p:nvPr/>
        </p:nvSpPr>
        <p:spPr>
          <a:xfrm xmlns:a="http://schemas.openxmlformats.org/drawingml/2006/main" flipV="0">
            <a:off x="619125" y="6629400"/>
            <a:ext cx="3762375"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61" name="">
            <a:extLst xmlns:a="http://schemas.openxmlformats.org/drawingml/2006/main">
              <a:ext uri="{FF2B5EF4-FFF2-40B4-BE49-F238E27FC236}">
                <a16:creationId xmlns:a16="http://schemas.microsoft.com/office/drawing/2014/main" id="{4E3A26D8-4B5E-4244-BAD1-2D25CBF87528}"/>
              </a:ext>
            </a:extLst>
          </p:cNvPr>
          <p:cNvSpPr>
            <a:spLocks xmlns:a="http://schemas.openxmlformats.org/drawingml/2006/main" noGrp="1"/>
          </p:cNvSpPr>
          <p:nvPr/>
        </p:nvSpPr>
        <p:spPr>
          <a:xfrm xmlns:a="http://schemas.openxmlformats.org/drawingml/2006/main">
            <a:off x="752475" y="6705600"/>
            <a:ext cx="34956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notificationId, message, readAt</a:t>
            </a:r>
          </a:p>
        </p:txBody>
      </p:sp>
      <p:sp>
        <p:nvSpPr>
          <p:cNvPr id="62" name="">
            <a:extLst xmlns:a="http://schemas.openxmlformats.org/drawingml/2006/main">
              <a:ext uri="{FF2B5EF4-FFF2-40B4-BE49-F238E27FC236}">
                <a16:creationId xmlns:a16="http://schemas.microsoft.com/office/drawing/2014/main" id="{D03A0D6F-E565-4C92-9F68-3928B0A5A073}"/>
              </a:ext>
            </a:extLst>
          </p:cNvPr>
          <p:cNvSpPr>
            <a:spLocks xmlns:a="http://schemas.openxmlformats.org/drawingml/2006/main" noGrp="1"/>
          </p:cNvSpPr>
          <p:nvPr/>
        </p:nvSpPr>
        <p:spPr>
          <a:xfrm xmlns:a="http://schemas.openxmlformats.org/drawingml/2006/main" flipV="0">
            <a:off x="619125" y="7058025"/>
            <a:ext cx="3762375" cy="95"/>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63" name="">
            <a:extLst xmlns:a="http://schemas.openxmlformats.org/drawingml/2006/main">
              <a:ext uri="{FF2B5EF4-FFF2-40B4-BE49-F238E27FC236}">
                <a16:creationId xmlns:a16="http://schemas.microsoft.com/office/drawing/2014/main" id="{EC1618E9-7457-4B3C-9F6E-BAA4544222D7}"/>
              </a:ext>
            </a:extLst>
          </p:cNvPr>
          <p:cNvSpPr>
            <a:spLocks xmlns:a="http://schemas.openxmlformats.org/drawingml/2006/main" noGrp="1"/>
          </p:cNvSpPr>
          <p:nvPr/>
        </p:nvSpPr>
        <p:spPr>
          <a:xfrm xmlns:a="http://schemas.openxmlformats.org/drawingml/2006/main">
            <a:off x="752475" y="7096125"/>
            <a:ext cx="34956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send(), markRead()</a:t>
            </a:r>
          </a:p>
        </p:txBody>
      </p:sp>
      <p:cxnSp>
        <p:nvCxnSpPr>
          <p:cNvPr id="139" name=""/>
          <p:cNvCxnSpPr>
            <a:stCxn xmlns:a="http://schemas.openxmlformats.org/drawingml/2006/main" id="11" idx="3"/>
            <a:endCxn xmlns:a="http://schemas.openxmlformats.org/drawingml/2006/main" id="40" idx="1"/>
          </p:cNvCxnSpPr>
          <p:nvPr/>
        </p:nvCxnSpPr>
        <p:spPr>
          <a:xfrm xmlns:a="http://schemas.openxmlformats.org/drawingml/2006/main">
            <a:off x="3476625" y="4619625"/>
            <a:ext cx="2000250" cy="66675"/>
          </a:xfrm>
          <a:prstGeom xmlns:a="http://schemas.openxmlformats.org/drawingml/2006/main" prst="straightConnector1">
            <a:avLst/>
          </a:prstGeom>
          <a:ln xmlns:a="http://schemas.openxmlformats.org/drawingml/2006/main" w="17145">
            <a:solidFill>
              <a:srgbClr val="72695C"/>
            </a:solidFill>
            <a:tailEnd type="none" w="sm" len="sm"/>
          </a:ln>
        </p:spPr>
      </p:cxnSp>
      <p:sp>
        <p:nvSpPr>
          <p:cNvPr id="65" name="">
            <a:extLst xmlns:a="http://schemas.openxmlformats.org/drawingml/2006/main">
              <a:ext uri="{FF2B5EF4-FFF2-40B4-BE49-F238E27FC236}">
                <a16:creationId xmlns:a16="http://schemas.microsoft.com/office/drawing/2014/main" id="{AB9224CA-0796-44DA-BEEA-45C5C23B17FE}"/>
              </a:ext>
            </a:extLst>
          </p:cNvPr>
          <p:cNvSpPr>
            <a:spLocks xmlns:a="http://schemas.openxmlformats.org/drawingml/2006/main" noGrp="1"/>
          </p:cNvSpPr>
          <p:nvPr/>
        </p:nvSpPr>
        <p:spPr>
          <a:xfrm xmlns:a="http://schemas.openxmlformats.org/drawingml/2006/main">
            <a:off x="3581400" y="4286250"/>
            <a:ext cx="1857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1 submits 0..*</a:t>
            </a:r>
          </a:p>
        </p:txBody>
      </p:sp>
      <p:cxnSp>
        <p:nvCxnSpPr>
          <p:cNvPr id="141" name=""/>
          <p:cNvCxnSpPr>
            <a:stCxn xmlns:a="http://schemas.openxmlformats.org/drawingml/2006/main" id="40" idx="3"/>
            <a:endCxn xmlns:a="http://schemas.openxmlformats.org/drawingml/2006/main" id="46" idx="1"/>
          </p:cNvCxnSpPr>
          <p:nvPr/>
        </p:nvCxnSpPr>
        <p:spPr>
          <a:xfrm xmlns:a="http://schemas.openxmlformats.org/drawingml/2006/main">
            <a:off x="9191625" y="4686300"/>
            <a:ext cx="1905000" cy="0"/>
          </a:xfrm>
          <a:prstGeom xmlns:a="http://schemas.openxmlformats.org/drawingml/2006/main" prst="straightConnector1">
            <a:avLst/>
          </a:prstGeom>
          <a:ln xmlns:a="http://schemas.openxmlformats.org/drawingml/2006/main" w="17145">
            <a:solidFill>
              <a:srgbClr val="72695C"/>
            </a:solidFill>
            <a:tailEnd type="none" w="sm" len="sm"/>
          </a:ln>
        </p:spPr>
      </p:cxnSp>
      <p:sp>
        <p:nvSpPr>
          <p:cNvPr id="67" name="">
            <a:extLst xmlns:a="http://schemas.openxmlformats.org/drawingml/2006/main">
              <a:ext uri="{FF2B5EF4-FFF2-40B4-BE49-F238E27FC236}">
                <a16:creationId xmlns:a16="http://schemas.microsoft.com/office/drawing/2014/main" id="{F542D6C3-3B7B-4610-8892-E8880BAA193F}"/>
              </a:ext>
            </a:extLst>
          </p:cNvPr>
          <p:cNvSpPr>
            <a:spLocks xmlns:a="http://schemas.openxmlformats.org/drawingml/2006/main" noGrp="1"/>
          </p:cNvSpPr>
          <p:nvPr/>
        </p:nvSpPr>
        <p:spPr>
          <a:xfrm xmlns:a="http://schemas.openxmlformats.org/drawingml/2006/main">
            <a:off x="9391650" y="4286250"/>
            <a:ext cx="1571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1 has 0..*</a:t>
            </a:r>
          </a:p>
        </p:txBody>
      </p:sp>
      <p:cxnSp>
        <p:nvCxnSpPr>
          <p:cNvPr id="143" name=""/>
          <p:cNvCxnSpPr>
            <a:stCxn xmlns:a="http://schemas.openxmlformats.org/drawingml/2006/main" id="23" idx="2"/>
            <a:endCxn xmlns:a="http://schemas.openxmlformats.org/drawingml/2006/main" id="46" idx="0"/>
          </p:cNvCxnSpPr>
          <p:nvPr/>
        </p:nvCxnSpPr>
        <p:spPr>
          <a:xfrm xmlns:a="http://schemas.openxmlformats.org/drawingml/2006/main">
            <a:off x="12763500" y="3305175"/>
            <a:ext cx="0" cy="600075"/>
          </a:xfrm>
          <a:prstGeom xmlns:a="http://schemas.openxmlformats.org/drawingml/2006/main" prst="straightConnector1">
            <a:avLst/>
          </a:prstGeom>
          <a:ln xmlns:a="http://schemas.openxmlformats.org/drawingml/2006/main" w="17145">
            <a:solidFill>
              <a:srgbClr val="72695C"/>
            </a:solidFill>
            <a:tailEnd type="none" w="sm" len="sm"/>
          </a:ln>
        </p:spPr>
      </p:cxnSp>
      <p:sp>
        <p:nvSpPr>
          <p:cNvPr id="69" name="">
            <a:extLst xmlns:a="http://schemas.openxmlformats.org/drawingml/2006/main">
              <a:ext uri="{FF2B5EF4-FFF2-40B4-BE49-F238E27FC236}">
                <a16:creationId xmlns:a16="http://schemas.microsoft.com/office/drawing/2014/main" id="{4B65D570-014F-483B-9761-294CB2FD3EFD}"/>
              </a:ext>
            </a:extLst>
          </p:cNvPr>
          <p:cNvSpPr>
            <a:spLocks xmlns:a="http://schemas.openxmlformats.org/drawingml/2006/main" noGrp="1"/>
          </p:cNvSpPr>
          <p:nvPr/>
        </p:nvSpPr>
        <p:spPr>
          <a:xfrm xmlns:a="http://schemas.openxmlformats.org/drawingml/2006/main">
            <a:off x="12858750" y="344805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1 receives 0..*</a:t>
            </a:r>
          </a:p>
        </p:txBody>
      </p:sp>
      <p:cxnSp>
        <p:nvCxnSpPr>
          <p:cNvPr id="145" name=""/>
          <p:cNvCxnSpPr>
            <a:stCxn xmlns:a="http://schemas.openxmlformats.org/drawingml/2006/main" id="40" idx="2"/>
            <a:endCxn xmlns:a="http://schemas.openxmlformats.org/drawingml/2006/main" id="52" idx="0"/>
          </p:cNvCxnSpPr>
          <p:nvPr/>
        </p:nvCxnSpPr>
        <p:spPr>
          <a:xfrm xmlns:a="http://schemas.openxmlformats.org/drawingml/2006/main">
            <a:off x="7334250" y="5467350"/>
            <a:ext cx="0" cy="733425"/>
          </a:xfrm>
          <a:prstGeom xmlns:a="http://schemas.openxmlformats.org/drawingml/2006/main" prst="straightConnector1">
            <a:avLst/>
          </a:prstGeom>
          <a:ln xmlns:a="http://schemas.openxmlformats.org/drawingml/2006/main" w="17145">
            <a:solidFill>
              <a:srgbClr val="72695C"/>
            </a:solidFill>
            <a:tailEnd type="none" w="sm" len="sm"/>
          </a:ln>
        </p:spPr>
      </p:cxnSp>
      <p:sp>
        <p:nvSpPr>
          <p:cNvPr id="71" name="">
            <a:extLst xmlns:a="http://schemas.openxmlformats.org/drawingml/2006/main">
              <a:ext uri="{FF2B5EF4-FFF2-40B4-BE49-F238E27FC236}">
                <a16:creationId xmlns:a16="http://schemas.microsoft.com/office/drawing/2014/main" id="{E87F3C66-43BE-4CFC-8E42-1807F08E72A6}"/>
              </a:ext>
            </a:extLst>
          </p:cNvPr>
          <p:cNvSpPr>
            <a:spLocks xmlns:a="http://schemas.openxmlformats.org/drawingml/2006/main" noGrp="1"/>
          </p:cNvSpPr>
          <p:nvPr/>
        </p:nvSpPr>
        <p:spPr>
          <a:xfrm xmlns:a="http://schemas.openxmlformats.org/drawingml/2006/main">
            <a:off x="7448550" y="5686425"/>
            <a:ext cx="1809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1 has 0..1</a:t>
            </a:r>
          </a:p>
        </p:txBody>
      </p:sp>
      <p:cxnSp>
        <p:nvCxnSpPr>
          <p:cNvPr id="147" name=""/>
          <p:cNvCxnSpPr>
            <a:stCxn xmlns:a="http://schemas.openxmlformats.org/drawingml/2006/main" id="11" idx="2"/>
            <a:endCxn xmlns:a="http://schemas.openxmlformats.org/drawingml/2006/main" id="58" idx="0"/>
          </p:cNvCxnSpPr>
          <p:nvPr/>
        </p:nvCxnSpPr>
        <p:spPr>
          <a:xfrm xmlns:a="http://schemas.openxmlformats.org/drawingml/2006/main">
            <a:off x="2047875" y="5334000"/>
            <a:ext cx="452438" cy="866775"/>
          </a:xfrm>
          <a:prstGeom xmlns:a="http://schemas.openxmlformats.org/drawingml/2006/main" prst="straightConnector1">
            <a:avLst/>
          </a:prstGeom>
          <a:ln xmlns:a="http://schemas.openxmlformats.org/drawingml/2006/main" w="17145">
            <a:solidFill>
              <a:srgbClr val="72695C"/>
            </a:solidFill>
            <a:tailEnd type="none" w="sm" len="sm"/>
          </a:ln>
        </p:spPr>
      </p:cxnSp>
      <p:sp>
        <p:nvSpPr>
          <p:cNvPr id="73" name="">
            <a:extLst xmlns:a="http://schemas.openxmlformats.org/drawingml/2006/main">
              <a:ext uri="{FF2B5EF4-FFF2-40B4-BE49-F238E27FC236}">
                <a16:creationId xmlns:a16="http://schemas.microsoft.com/office/drawing/2014/main" id="{F76DE39A-AE7F-4DAB-85DB-4AAE96E4C3AB}"/>
              </a:ext>
            </a:extLst>
          </p:cNvPr>
          <p:cNvSpPr>
            <a:spLocks xmlns:a="http://schemas.openxmlformats.org/drawingml/2006/main" noGrp="1"/>
          </p:cNvSpPr>
          <p:nvPr/>
        </p:nvSpPr>
        <p:spPr>
          <a:xfrm xmlns:a="http://schemas.openxmlformats.org/drawingml/2006/main">
            <a:off x="695325" y="5743575"/>
            <a:ext cx="3238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302D27"/>
                </a:solidFill>
                <a:latin typeface="Arial"/>
                <a:ea typeface="Arial"/>
                <a:cs typeface="Arial"/>
              </a:defRPr>
            </a:pPr>
            <a:r>
              <a:rPr sz="1500" b="0">
                <a:solidFill>
                  <a:srgbClr val="302D27"/>
                </a:solidFill>
                <a:latin typeface="Arial"/>
                <a:ea typeface="Arial"/>
                <a:cs typeface="Arial"/>
              </a:rPr>
              <a:t>User receives 0..*</a:t>
            </a:r>
          </a:p>
        </p:txBody>
      </p:sp>
      <p:sp>
        <p:nvSpPr>
          <p:cNvPr id="74" name="">
            <a:extLst xmlns:a="http://schemas.openxmlformats.org/drawingml/2006/main">
              <a:ext uri="{FF2B5EF4-FFF2-40B4-BE49-F238E27FC236}">
                <a16:creationId xmlns:a16="http://schemas.microsoft.com/office/drawing/2014/main" id="{4847CB1E-7E88-4F39-B229-66995DDEA81E}"/>
              </a:ext>
            </a:extLst>
          </p:cNvPr>
          <p:cNvSpPr>
            <a:spLocks xmlns:a="http://schemas.openxmlformats.org/drawingml/2006/main" noGrp="1"/>
          </p:cNvSpPr>
          <p:nvPr/>
        </p:nvSpPr>
        <p:spPr>
          <a:xfrm xmlns:a="http://schemas.openxmlformats.org/drawingml/2006/main">
            <a:off x="10572750" y="6248400"/>
            <a:ext cx="4095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Other associations</a:t>
            </a:r>
          </a:p>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Each feedback: 1 Student</a:t>
            </a:r>
          </a:p>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Each assignment: 1 Admin</a:t>
            </a:r>
          </a:p>
        </p:txBody>
      </p:sp>
      <p:sp>
        <p:nvSpPr>
          <p:cNvPr id="75" name="">
            <a:extLst xmlns:a="http://schemas.openxmlformats.org/drawingml/2006/main">
              <a:ext uri="{FF2B5EF4-FFF2-40B4-BE49-F238E27FC236}">
                <a16:creationId xmlns:a16="http://schemas.microsoft.com/office/drawing/2014/main" id="{90AF154B-0165-4CD4-8DB7-8E77C66B68A3}"/>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2695C"/>
                </a:solidFill>
                <a:latin typeface="Arial"/>
                <a:ea typeface="Arial"/>
                <a:cs typeface="Arial"/>
              </a:defRPr>
            </a:pPr>
            <a:r>
              <a:rPr sz="1725" b="0">
                <a:solidFill>
                  <a:srgbClr val="72695C"/>
                </a:solidFill>
                <a:latin typeface="Arial"/>
                <a:ea typeface="Arial"/>
                <a:cs typeface="Arial"/>
              </a:rPr>
              <a:t>Arrows toward User indicate inheritance. Assignments retain history, with one active staff allocation per complaint.</a:t>
            </a:r>
          </a:p>
        </p:txBody>
      </p:sp>
    </p:spTree>
    <p:extLst>
      <p:ext uri="{BB962C8B-B14F-4D97-AF65-F5344CB8AC3E}">
        <p14:creationId xmlns:p14="http://schemas.microsoft.com/office/powerpoint/2010/main" val="569117385"/>
      </p:ext>
    </p:extLst>
  </p:cSld>
</p:sld>
</file>

<file path=ppt/slides/slide4.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76" name="">
            <a:extLst xmlns:a="http://schemas.openxmlformats.org/drawingml/2006/main">
              <a:ext uri="{FF2B5EF4-FFF2-40B4-BE49-F238E27FC236}">
                <a16:creationId xmlns:a16="http://schemas.microsoft.com/office/drawing/2014/main" id="{F0AE8572-4992-492E-B764-F81C46D09BAA}"/>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Complaint lifecycle &amp; system interactions</a:t>
            </a:r>
          </a:p>
        </p:txBody>
      </p:sp>
      <p:sp>
        <p:nvSpPr>
          <p:cNvPr id="2" name="">
            <a:extLst xmlns:a="http://schemas.openxmlformats.org/drawingml/2006/main">
              <a:ext uri="{FF2B5EF4-FFF2-40B4-BE49-F238E27FC236}">
                <a16:creationId xmlns:a16="http://schemas.microsoft.com/office/drawing/2014/main" id="{B1B9A883-7B89-448F-B905-C5087E739BCB}"/>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Activity diagram on the left. Submission and assignment sequence on the right.</a:t>
            </a:r>
          </a:p>
        </p:txBody>
      </p:sp>
      <p:sp>
        <p:nvSpPr>
          <p:cNvPr id="3" name="">
            <a:extLst xmlns:a="http://schemas.openxmlformats.org/drawingml/2006/main">
              <a:ext uri="{FF2B5EF4-FFF2-40B4-BE49-F238E27FC236}">
                <a16:creationId xmlns:a16="http://schemas.microsoft.com/office/drawing/2014/main" id="{4B079129-29FA-43A4-833B-97ADD07CF022}"/>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F5F56E7C-5F40-4C09-AD2C-C197745727D5}"/>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9FFF170E-89DC-4EFE-BEFD-4CE6E7D1BF3C}"/>
              </a:ext>
            </a:extLst>
          </p:cNvPr>
          <p:cNvSpPr>
            <a:spLocks xmlns:a="http://schemas.openxmlformats.org/drawingml/2006/main" noGrp="1"/>
          </p:cNvSpPr>
          <p:nvPr/>
        </p:nvSpPr>
        <p:spPr>
          <a:xfrm xmlns:a="http://schemas.openxmlformats.org/drawingml/2006/main">
            <a:off x="619125" y="17335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302D27"/>
                </a:solidFill>
                <a:latin typeface="Arial"/>
                <a:ea typeface="Arial"/>
                <a:cs typeface="Arial"/>
              </a:defRPr>
            </a:pPr>
            <a:r>
              <a:rPr sz="2100" b="1">
                <a:solidFill>
                  <a:srgbClr val="302D27"/>
                </a:solidFill>
                <a:latin typeface="Arial"/>
                <a:ea typeface="Arial"/>
                <a:cs typeface="Arial"/>
              </a:rPr>
              <a:t>Activity diagram</a:t>
            </a:r>
          </a:p>
        </p:txBody>
      </p:sp>
      <p:sp>
        <p:nvSpPr>
          <p:cNvPr id="6" name="">
            <a:extLst xmlns:a="http://schemas.openxmlformats.org/drawingml/2006/main">
              <a:ext uri="{FF2B5EF4-FFF2-40B4-BE49-F238E27FC236}">
                <a16:creationId xmlns:a16="http://schemas.microsoft.com/office/drawing/2014/main" id="{D49DB412-A817-4857-A93A-67B958517FB1}"/>
              </a:ext>
            </a:extLst>
          </p:cNvPr>
          <p:cNvSpPr>
            <a:spLocks xmlns:a="http://schemas.openxmlformats.org/drawingml/2006/main" noGrp="1"/>
          </p:cNvSpPr>
          <p:nvPr/>
        </p:nvSpPr>
        <p:spPr>
          <a:xfrm xmlns:a="http://schemas.openxmlformats.org/drawingml/2006/main">
            <a:off x="6810375" y="1733550"/>
            <a:ext cx="7715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1">
                <a:solidFill>
                  <a:srgbClr val="302D27"/>
                </a:solidFill>
                <a:latin typeface="Arial"/>
                <a:ea typeface="Arial"/>
                <a:cs typeface="Arial"/>
              </a:defRPr>
            </a:pPr>
            <a:r>
              <a:rPr sz="2100" b="1">
                <a:solidFill>
                  <a:srgbClr val="302D27"/>
                </a:solidFill>
                <a:latin typeface="Arial"/>
                <a:ea typeface="Arial"/>
                <a:cs typeface="Arial"/>
              </a:rPr>
              <a:t>Sequence diagram</a:t>
            </a:r>
          </a:p>
        </p:txBody>
      </p:sp>
      <p:sp>
        <p:nvSpPr>
          <p:cNvPr id="7" name="">
            <a:extLst xmlns:a="http://schemas.openxmlformats.org/drawingml/2006/main">
              <a:ext uri="{FF2B5EF4-FFF2-40B4-BE49-F238E27FC236}">
                <a16:creationId xmlns:a16="http://schemas.microsoft.com/office/drawing/2014/main" id="{98E60403-839A-4A2A-A3C9-DD452E4CE5F4}"/>
              </a:ext>
            </a:extLst>
          </p:cNvPr>
          <p:cNvSpPr>
            <a:spLocks xmlns:a="http://schemas.openxmlformats.org/drawingml/2006/main" noGrp="1"/>
          </p:cNvSpPr>
          <p:nvPr/>
        </p:nvSpPr>
        <p:spPr>
          <a:xfrm xmlns:a="http://schemas.openxmlformats.org/drawingml/2006/main">
            <a:off x="2809875" y="2200275"/>
            <a:ext cx="190500" cy="190500"/>
          </a:xfrm>
          <a:prstGeom xmlns:a="http://schemas.openxmlformats.org/drawingml/2006/main" prst="ellipse">
            <a:avLst/>
          </a:prstGeom>
          <a:solidFill xmlns:a="http://schemas.openxmlformats.org/drawingml/2006/main">
            <a:srgbClr val="302D27"/>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r>
              <a:t/>
            </a:r>
          </a:p>
        </p:txBody>
      </p:sp>
      <p:sp>
        <p:nvSpPr>
          <p:cNvPr id="8" name="">
            <a:extLst xmlns:a="http://schemas.openxmlformats.org/drawingml/2006/main">
              <a:ext uri="{FF2B5EF4-FFF2-40B4-BE49-F238E27FC236}">
                <a16:creationId xmlns:a16="http://schemas.microsoft.com/office/drawing/2014/main" id="{713849D4-536F-4F2D-B08C-54F6B5EED061}"/>
              </a:ext>
            </a:extLst>
          </p:cNvPr>
          <p:cNvSpPr>
            <a:spLocks xmlns:a="http://schemas.openxmlformats.org/drawingml/2006/main" noGrp="1"/>
          </p:cNvSpPr>
          <p:nvPr/>
        </p:nvSpPr>
        <p:spPr>
          <a:xfrm xmlns:a="http://schemas.openxmlformats.org/drawingml/2006/main">
            <a:off x="952500" y="2571750"/>
            <a:ext cx="3905250" cy="476250"/>
          </a:xfrm>
          <a:prstGeom xmlns:a="http://schemas.openxmlformats.org/drawingml/2006/main" prst="roundRect">
            <a:avLst>
              <a:gd name="adj" fmla="val 16000"/>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Student submits details</a:t>
            </a:r>
          </a:p>
        </p:txBody>
      </p:sp>
      <p:cxnSp>
        <p:nvCxnSpPr>
          <p:cNvPr id="84" name=""/>
          <p:cNvCxnSpPr>
            <a:stCxn xmlns:a="http://schemas.openxmlformats.org/drawingml/2006/main" id="7" idx="4"/>
            <a:endCxn xmlns:a="http://schemas.openxmlformats.org/drawingml/2006/main" id="8" idx="0"/>
          </p:cNvCxnSpPr>
          <p:nvPr/>
        </p:nvCxnSpPr>
        <p:spPr>
          <a:xfrm xmlns:a="http://schemas.openxmlformats.org/drawingml/2006/main">
            <a:off x="2905125" y="2390775"/>
            <a:ext cx="0" cy="18097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0" name="">
            <a:extLst xmlns:a="http://schemas.openxmlformats.org/drawingml/2006/main">
              <a:ext uri="{FF2B5EF4-FFF2-40B4-BE49-F238E27FC236}">
                <a16:creationId xmlns:a16="http://schemas.microsoft.com/office/drawing/2014/main" id="{ABCE89A5-92F4-4235-919B-A72792BC0D82}"/>
              </a:ext>
            </a:extLst>
          </p:cNvPr>
          <p:cNvSpPr>
            <a:spLocks xmlns:a="http://schemas.openxmlformats.org/drawingml/2006/main" noGrp="1"/>
          </p:cNvSpPr>
          <p:nvPr/>
        </p:nvSpPr>
        <p:spPr>
          <a:xfrm xmlns:a="http://schemas.openxmlformats.org/drawingml/2006/main">
            <a:off x="952500" y="3248025"/>
            <a:ext cx="3905250" cy="476250"/>
          </a:xfrm>
          <a:prstGeom xmlns:a="http://schemas.openxmlformats.org/drawingml/2006/main" prst="roundRect">
            <a:avLst>
              <a:gd name="adj" fmla="val 16000"/>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System validates &amp; records</a:t>
            </a:r>
          </a:p>
        </p:txBody>
      </p:sp>
      <p:cxnSp>
        <p:nvCxnSpPr>
          <p:cNvPr id="86" name=""/>
          <p:cNvCxnSpPr>
            <a:stCxn xmlns:a="http://schemas.openxmlformats.org/drawingml/2006/main" id="8" idx="2"/>
            <a:endCxn xmlns:a="http://schemas.openxmlformats.org/drawingml/2006/main" id="10" idx="0"/>
          </p:cNvCxnSpPr>
          <p:nvPr/>
        </p:nvCxnSpPr>
        <p:spPr>
          <a:xfrm xmlns:a="http://schemas.openxmlformats.org/drawingml/2006/main">
            <a:off x="2905125" y="3048000"/>
            <a:ext cx="0" cy="20002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2" name="">
            <a:extLst xmlns:a="http://schemas.openxmlformats.org/drawingml/2006/main">
              <a:ext uri="{FF2B5EF4-FFF2-40B4-BE49-F238E27FC236}">
                <a16:creationId xmlns:a16="http://schemas.microsoft.com/office/drawing/2014/main" id="{8D655EE4-96CE-4551-9B29-24E86F8E5E1B}"/>
              </a:ext>
            </a:extLst>
          </p:cNvPr>
          <p:cNvSpPr>
            <a:spLocks xmlns:a="http://schemas.openxmlformats.org/drawingml/2006/main" noGrp="1"/>
          </p:cNvSpPr>
          <p:nvPr/>
        </p:nvSpPr>
        <p:spPr>
          <a:xfrm xmlns:a="http://schemas.openxmlformats.org/drawingml/2006/main">
            <a:off x="952500" y="3924300"/>
            <a:ext cx="3905250" cy="476250"/>
          </a:xfrm>
          <a:prstGeom xmlns:a="http://schemas.openxmlformats.org/drawingml/2006/main" prst="roundRect">
            <a:avLst>
              <a:gd name="adj" fmla="val 16000"/>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Admin sets priority / assigns</a:t>
            </a:r>
          </a:p>
        </p:txBody>
      </p:sp>
      <p:cxnSp>
        <p:nvCxnSpPr>
          <p:cNvPr id="88" name=""/>
          <p:cNvCxnSpPr>
            <a:stCxn xmlns:a="http://schemas.openxmlformats.org/drawingml/2006/main" id="10" idx="2"/>
            <a:endCxn xmlns:a="http://schemas.openxmlformats.org/drawingml/2006/main" id="12" idx="0"/>
          </p:cNvCxnSpPr>
          <p:nvPr/>
        </p:nvCxnSpPr>
        <p:spPr>
          <a:xfrm xmlns:a="http://schemas.openxmlformats.org/drawingml/2006/main">
            <a:off x="2905125" y="3724275"/>
            <a:ext cx="0" cy="20002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4" name="">
            <a:extLst xmlns:a="http://schemas.openxmlformats.org/drawingml/2006/main">
              <a:ext uri="{FF2B5EF4-FFF2-40B4-BE49-F238E27FC236}">
                <a16:creationId xmlns:a16="http://schemas.microsoft.com/office/drawing/2014/main" id="{17877195-CB49-4245-B95D-C71C58B02CFA}"/>
              </a:ext>
            </a:extLst>
          </p:cNvPr>
          <p:cNvSpPr>
            <a:spLocks xmlns:a="http://schemas.openxmlformats.org/drawingml/2006/main" noGrp="1"/>
          </p:cNvSpPr>
          <p:nvPr/>
        </p:nvSpPr>
        <p:spPr>
          <a:xfrm xmlns:a="http://schemas.openxmlformats.org/drawingml/2006/main">
            <a:off x="952500" y="4600575"/>
            <a:ext cx="3905250" cy="476250"/>
          </a:xfrm>
          <a:prstGeom xmlns:a="http://schemas.openxmlformats.org/drawingml/2006/main" prst="roundRect">
            <a:avLst>
              <a:gd name="adj" fmla="val 16000"/>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Staff starts repair</a:t>
            </a:r>
          </a:p>
        </p:txBody>
      </p:sp>
      <p:cxnSp>
        <p:nvCxnSpPr>
          <p:cNvPr id="90" name=""/>
          <p:cNvCxnSpPr>
            <a:stCxn xmlns:a="http://schemas.openxmlformats.org/drawingml/2006/main" id="12" idx="2"/>
            <a:endCxn xmlns:a="http://schemas.openxmlformats.org/drawingml/2006/main" id="14" idx="0"/>
          </p:cNvCxnSpPr>
          <p:nvPr/>
        </p:nvCxnSpPr>
        <p:spPr>
          <a:xfrm xmlns:a="http://schemas.openxmlformats.org/drawingml/2006/main">
            <a:off x="2905125" y="4400550"/>
            <a:ext cx="0" cy="20002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6" name="">
            <a:extLst xmlns:a="http://schemas.openxmlformats.org/drawingml/2006/main">
              <a:ext uri="{FF2B5EF4-FFF2-40B4-BE49-F238E27FC236}">
                <a16:creationId xmlns:a16="http://schemas.microsoft.com/office/drawing/2014/main" id="{50815BA1-182F-43D8-B51B-BF24D7EB42DB}"/>
              </a:ext>
            </a:extLst>
          </p:cNvPr>
          <p:cNvSpPr>
            <a:spLocks xmlns:a="http://schemas.openxmlformats.org/drawingml/2006/main" noGrp="1"/>
          </p:cNvSpPr>
          <p:nvPr/>
        </p:nvSpPr>
        <p:spPr>
          <a:xfrm xmlns:a="http://schemas.openxmlformats.org/drawingml/2006/main">
            <a:off x="952500" y="5276850"/>
            <a:ext cx="3905250" cy="476250"/>
          </a:xfrm>
          <a:prstGeom xmlns:a="http://schemas.openxmlformats.org/drawingml/2006/main" prst="roundRect">
            <a:avLst>
              <a:gd name="adj" fmla="val 16000"/>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Staff marks resolved</a:t>
            </a:r>
          </a:p>
        </p:txBody>
      </p:sp>
      <p:cxnSp>
        <p:nvCxnSpPr>
          <p:cNvPr id="92" name=""/>
          <p:cNvCxnSpPr>
            <a:stCxn xmlns:a="http://schemas.openxmlformats.org/drawingml/2006/main" id="14" idx="2"/>
            <a:endCxn xmlns:a="http://schemas.openxmlformats.org/drawingml/2006/main" id="16" idx="0"/>
          </p:cNvCxnSpPr>
          <p:nvPr/>
        </p:nvCxnSpPr>
        <p:spPr>
          <a:xfrm xmlns:a="http://schemas.openxmlformats.org/drawingml/2006/main">
            <a:off x="2905125" y="5076825"/>
            <a:ext cx="0" cy="20002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8" name="">
            <a:extLst xmlns:a="http://schemas.openxmlformats.org/drawingml/2006/main">
              <a:ext uri="{FF2B5EF4-FFF2-40B4-BE49-F238E27FC236}">
                <a16:creationId xmlns:a16="http://schemas.microsoft.com/office/drawing/2014/main" id="{68F4186C-4D7D-4349-B657-E10F34013B7F}"/>
              </a:ext>
            </a:extLst>
          </p:cNvPr>
          <p:cNvSpPr>
            <a:spLocks xmlns:a="http://schemas.openxmlformats.org/drawingml/2006/main" noGrp="1"/>
          </p:cNvSpPr>
          <p:nvPr/>
        </p:nvSpPr>
        <p:spPr>
          <a:xfrm xmlns:a="http://schemas.openxmlformats.org/drawingml/2006/main">
            <a:off x="952500" y="5953125"/>
            <a:ext cx="3905250" cy="619125"/>
          </a:xfrm>
          <a:prstGeom xmlns:a="http://schemas.openxmlformats.org/drawingml/2006/main" prst="diamond">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Repair accepted?</a:t>
            </a:r>
          </a:p>
        </p:txBody>
      </p:sp>
      <p:cxnSp>
        <p:nvCxnSpPr>
          <p:cNvPr id="94" name=""/>
          <p:cNvCxnSpPr>
            <a:stCxn xmlns:a="http://schemas.openxmlformats.org/drawingml/2006/main" id="16" idx="2"/>
            <a:endCxn xmlns:a="http://schemas.openxmlformats.org/drawingml/2006/main" id="18" idx="0"/>
          </p:cNvCxnSpPr>
          <p:nvPr/>
        </p:nvCxnSpPr>
        <p:spPr>
          <a:xfrm xmlns:a="http://schemas.openxmlformats.org/drawingml/2006/main">
            <a:off x="2905125" y="5753100"/>
            <a:ext cx="0" cy="20002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0" name="">
            <a:extLst xmlns:a="http://schemas.openxmlformats.org/drawingml/2006/main">
              <a:ext uri="{FF2B5EF4-FFF2-40B4-BE49-F238E27FC236}">
                <a16:creationId xmlns:a16="http://schemas.microsoft.com/office/drawing/2014/main" id="{34F3A217-9EA5-482C-B85F-8EB01D501BFB}"/>
              </a:ext>
            </a:extLst>
          </p:cNvPr>
          <p:cNvSpPr>
            <a:spLocks xmlns:a="http://schemas.openxmlformats.org/drawingml/2006/main" noGrp="1"/>
          </p:cNvSpPr>
          <p:nvPr/>
        </p:nvSpPr>
        <p:spPr>
          <a:xfrm xmlns:a="http://schemas.openxmlformats.org/drawingml/2006/main">
            <a:off x="1885950" y="6943725"/>
            <a:ext cx="2038350" cy="400050"/>
          </a:xfrm>
          <a:prstGeom xmlns:a="http://schemas.openxmlformats.org/drawingml/2006/main" prst="roundRect">
            <a:avLst>
              <a:gd name="adj" fmla="val 19048"/>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Rate &amp; close</a:t>
            </a:r>
          </a:p>
        </p:txBody>
      </p:sp>
      <p:cxnSp>
        <p:nvCxnSpPr>
          <p:cNvPr id="96" name=""/>
          <p:cNvCxnSpPr>
            <a:stCxn xmlns:a="http://schemas.openxmlformats.org/drawingml/2006/main" id="18" idx="2"/>
            <a:endCxn xmlns:a="http://schemas.openxmlformats.org/drawingml/2006/main" id="20" idx="0"/>
          </p:cNvCxnSpPr>
          <p:nvPr/>
        </p:nvCxnSpPr>
        <p:spPr>
          <a:xfrm xmlns:a="http://schemas.openxmlformats.org/drawingml/2006/main">
            <a:off x="2905125" y="6572250"/>
            <a:ext cx="0" cy="37147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2" name="">
            <a:extLst xmlns:a="http://schemas.openxmlformats.org/drawingml/2006/main">
              <a:ext uri="{FF2B5EF4-FFF2-40B4-BE49-F238E27FC236}">
                <a16:creationId xmlns:a16="http://schemas.microsoft.com/office/drawing/2014/main" id="{E842B393-89DB-466C-B5DD-46667E533071}"/>
              </a:ext>
            </a:extLst>
          </p:cNvPr>
          <p:cNvSpPr>
            <a:spLocks xmlns:a="http://schemas.openxmlformats.org/drawingml/2006/main" noGrp="1"/>
          </p:cNvSpPr>
          <p:nvPr/>
        </p:nvSpPr>
        <p:spPr>
          <a:xfrm xmlns:a="http://schemas.openxmlformats.org/drawingml/2006/main">
            <a:off x="4943475" y="6305550"/>
            <a:ext cx="1571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00" b="0">
                <a:solidFill>
                  <a:srgbClr val="72695C"/>
                </a:solidFill>
                <a:latin typeface="Arial"/>
                <a:ea typeface="Arial"/>
                <a:cs typeface="Arial"/>
              </a:defRPr>
            </a:pPr>
            <a:r>
              <a:rPr sz="1500" b="0">
                <a:solidFill>
                  <a:srgbClr val="72695C"/>
                </a:solidFill>
                <a:latin typeface="Arial"/>
                <a:ea typeface="Arial"/>
                <a:cs typeface="Arial"/>
              </a:rPr>
              <a:t>No: reopen</a:t>
            </a:r>
          </a:p>
        </p:txBody>
      </p:sp>
      <p:sp>
        <p:nvSpPr>
          <p:cNvPr id="23" name="">
            <a:extLst xmlns:a="http://schemas.openxmlformats.org/drawingml/2006/main">
              <a:ext uri="{FF2B5EF4-FFF2-40B4-BE49-F238E27FC236}">
                <a16:creationId xmlns:a16="http://schemas.microsoft.com/office/drawing/2014/main" id="{7A60DB01-AE52-4209-9F71-02142A1A3C37}"/>
              </a:ext>
            </a:extLst>
          </p:cNvPr>
          <p:cNvSpPr>
            <a:spLocks xmlns:a="http://schemas.openxmlformats.org/drawingml/2006/main" noGrp="1"/>
          </p:cNvSpPr>
          <p:nvPr/>
        </p:nvSpPr>
        <p:spPr>
          <a:xfrm xmlns:a="http://schemas.openxmlformats.org/drawingml/2006/main">
            <a:off x="4857750" y="6267450"/>
            <a:ext cx="953" cy="953"/>
          </a:xfrm>
          <a:prstGeom xmlns:a="http://schemas.openxmlformats.org/drawingml/2006/main" prst="rect">
            <a:avLst/>
          </a:prstGeom>
          <a:noFill xmlns:a="http://schemas.openxmlformats.org/drawingml/2006/main"/>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20680A0-DDDA-4505-BEF3-5C7B6E853CEC}"/>
              </a:ext>
            </a:extLst>
          </p:cNvPr>
          <p:cNvSpPr>
            <a:spLocks xmlns:a="http://schemas.openxmlformats.org/drawingml/2006/main" noGrp="1"/>
          </p:cNvSpPr>
          <p:nvPr/>
        </p:nvSpPr>
        <p:spPr>
          <a:xfrm xmlns:a="http://schemas.openxmlformats.org/drawingml/2006/main">
            <a:off x="5372100" y="62674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00" name=""/>
          <p:cNvCxnSpPr>
            <a:stCxn xmlns:a="http://schemas.openxmlformats.org/drawingml/2006/main" id="23" idx="3"/>
            <a:endCxn xmlns:a="http://schemas.openxmlformats.org/drawingml/2006/main" id="24" idx="1"/>
          </p:cNvCxnSpPr>
          <p:nvPr/>
        </p:nvCxnSpPr>
        <p:spPr>
          <a:xfrm xmlns:a="http://schemas.openxmlformats.org/drawingml/2006/main">
            <a:off x="4858703" y="6267927"/>
            <a:ext cx="5133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6" name="">
            <a:extLst xmlns:a="http://schemas.openxmlformats.org/drawingml/2006/main">
              <a:ext uri="{FF2B5EF4-FFF2-40B4-BE49-F238E27FC236}">
                <a16:creationId xmlns:a16="http://schemas.microsoft.com/office/drawing/2014/main" id="{E0FA8261-7F20-449B-A70A-49D754A12B81}"/>
              </a:ext>
            </a:extLst>
          </p:cNvPr>
          <p:cNvSpPr>
            <a:spLocks xmlns:a="http://schemas.openxmlformats.org/drawingml/2006/main" noGrp="1"/>
          </p:cNvSpPr>
          <p:nvPr/>
        </p:nvSpPr>
        <p:spPr>
          <a:xfrm xmlns:a="http://schemas.openxmlformats.org/drawingml/2006/main">
            <a:off x="5372100" y="6267450"/>
            <a:ext cx="953" cy="953"/>
          </a:xfrm>
          <a:prstGeom xmlns:a="http://schemas.openxmlformats.org/drawingml/2006/main" prst="rect">
            <a:avLst/>
          </a:prstGeom>
          <a:noFill xmlns:a="http://schemas.openxmlformats.org/drawingml/2006/main"/>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F8164CF-8BD7-41AC-BF54-C7DADB05AC24}"/>
              </a:ext>
            </a:extLst>
          </p:cNvPr>
          <p:cNvSpPr>
            <a:spLocks xmlns:a="http://schemas.openxmlformats.org/drawingml/2006/main" noGrp="1"/>
          </p:cNvSpPr>
          <p:nvPr/>
        </p:nvSpPr>
        <p:spPr>
          <a:xfrm xmlns:a="http://schemas.openxmlformats.org/drawingml/2006/main">
            <a:off x="5372100" y="4838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03" name=""/>
          <p:cNvCxnSpPr>
            <a:stCxn xmlns:a="http://schemas.openxmlformats.org/drawingml/2006/main" id="26" idx="3"/>
            <a:endCxn xmlns:a="http://schemas.openxmlformats.org/drawingml/2006/main" id="27" idx="1"/>
          </p:cNvCxnSpPr>
          <p:nvPr/>
        </p:nvCxnSpPr>
        <p:spPr>
          <a:xfrm xmlns:a="http://schemas.openxmlformats.org/drawingml/2006/main" flipH="1" flipV="1">
            <a:off x="5372100" y="4839177"/>
            <a:ext cx="953" cy="142875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9" name="">
            <a:extLst xmlns:a="http://schemas.openxmlformats.org/drawingml/2006/main">
              <a:ext uri="{FF2B5EF4-FFF2-40B4-BE49-F238E27FC236}">
                <a16:creationId xmlns:a16="http://schemas.microsoft.com/office/drawing/2014/main" id="{82BF1B38-4106-42EA-AC85-00671EFA6286}"/>
              </a:ext>
            </a:extLst>
          </p:cNvPr>
          <p:cNvSpPr>
            <a:spLocks xmlns:a="http://schemas.openxmlformats.org/drawingml/2006/main" noGrp="1"/>
          </p:cNvSpPr>
          <p:nvPr/>
        </p:nvSpPr>
        <p:spPr>
          <a:xfrm xmlns:a="http://schemas.openxmlformats.org/drawingml/2006/main">
            <a:off x="5372100" y="4838700"/>
            <a:ext cx="953" cy="953"/>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44DCC02A-2A23-43AA-8254-D3D2205519DF}"/>
              </a:ext>
            </a:extLst>
          </p:cNvPr>
          <p:cNvSpPr>
            <a:spLocks xmlns:a="http://schemas.openxmlformats.org/drawingml/2006/main" noGrp="1"/>
          </p:cNvSpPr>
          <p:nvPr/>
        </p:nvSpPr>
        <p:spPr>
          <a:xfrm xmlns:a="http://schemas.openxmlformats.org/drawingml/2006/main">
            <a:off x="4857750" y="4838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06" name=""/>
          <p:cNvCxnSpPr>
            <a:stCxn xmlns:a="http://schemas.openxmlformats.org/drawingml/2006/main" id="29" idx="3"/>
            <a:endCxn xmlns:a="http://schemas.openxmlformats.org/drawingml/2006/main" id="30" idx="1"/>
          </p:cNvCxnSpPr>
          <p:nvPr/>
        </p:nvCxnSpPr>
        <p:spPr>
          <a:xfrm xmlns:a="http://schemas.openxmlformats.org/drawingml/2006/main" flipH="1">
            <a:off x="4857750" y="4839177"/>
            <a:ext cx="5153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2" name="">
            <a:extLst xmlns:a="http://schemas.openxmlformats.org/drawingml/2006/main">
              <a:ext uri="{FF2B5EF4-FFF2-40B4-BE49-F238E27FC236}">
                <a16:creationId xmlns:a16="http://schemas.microsoft.com/office/drawing/2014/main" id="{9F5E4DD4-405B-4AC0-B501-AAE0E725ED2C}"/>
              </a:ext>
            </a:extLst>
          </p:cNvPr>
          <p:cNvSpPr>
            <a:spLocks xmlns:a="http://schemas.openxmlformats.org/drawingml/2006/main" noGrp="1"/>
          </p:cNvSpPr>
          <p:nvPr/>
        </p:nvSpPr>
        <p:spPr>
          <a:xfrm xmlns:a="http://schemas.openxmlformats.org/drawingml/2006/main">
            <a:off x="3057525" y="6610350"/>
            <a:ext cx="9525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0">
                <a:solidFill>
                  <a:srgbClr val="302D27"/>
                </a:solidFill>
                <a:latin typeface="Arial"/>
                <a:ea typeface="Arial"/>
                <a:cs typeface="Arial"/>
              </a:defRPr>
            </a:pPr>
            <a:r>
              <a:rPr sz="1425" b="0">
                <a:solidFill>
                  <a:srgbClr val="302D27"/>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44D2D7CE-AEE1-4F76-8F6E-1865F70E4D95}"/>
              </a:ext>
            </a:extLst>
          </p:cNvPr>
          <p:cNvSpPr>
            <a:spLocks xmlns:a="http://schemas.openxmlformats.org/drawingml/2006/main" noGrp="1"/>
          </p:cNvSpPr>
          <p:nvPr/>
        </p:nvSpPr>
        <p:spPr>
          <a:xfrm xmlns:a="http://schemas.openxmlformats.org/drawingml/2006/main">
            <a:off x="6477000" y="2286000"/>
            <a:ext cx="1333500" cy="5524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00">
                <a:solidFill>
                  <a:srgbClr val="302D27"/>
                </a:solidFill>
                <a:latin typeface="Arial"/>
                <a:ea typeface="Arial"/>
                <a:cs typeface="Arial"/>
              </a:defRPr>
            </a:pPr>
            <a:r>
              <a:rPr sz="1500">
                <a:solidFill>
                  <a:srgbClr val="302D27"/>
                </a:solidFill>
                <a:latin typeface="Arial"/>
                <a:ea typeface="Arial"/>
                <a:cs typeface="Arial"/>
              </a:rPr>
              <a:t>Student</a:t>
            </a:r>
          </a:p>
        </p:txBody>
      </p:sp>
      <p:sp>
        <p:nvSpPr>
          <p:cNvPr id="34" name="">
            <a:extLst xmlns:a="http://schemas.openxmlformats.org/drawingml/2006/main">
              <a:ext uri="{FF2B5EF4-FFF2-40B4-BE49-F238E27FC236}">
                <a16:creationId xmlns:a16="http://schemas.microsoft.com/office/drawing/2014/main" id="{D0B63139-5C5E-4C17-B755-E97925632F70}"/>
              </a:ext>
            </a:extLst>
          </p:cNvPr>
          <p:cNvSpPr>
            <a:spLocks xmlns:a="http://schemas.openxmlformats.org/drawingml/2006/main" noGrp="1"/>
          </p:cNvSpPr>
          <p:nvPr/>
        </p:nvSpPr>
        <p:spPr>
          <a:xfrm xmlns:a="http://schemas.openxmlformats.org/drawingml/2006/main" flipV="0">
            <a:off x="7143750" y="2838450"/>
            <a:ext cx="95" cy="4210050"/>
          </a:xfrm>
          <a:prstGeom xmlns:a="http://schemas.openxmlformats.org/drawingml/2006/main" prst="line">
            <a:avLst/>
          </a:prstGeom>
          <a:noFill xmlns:a="http://schemas.openxmlformats.org/drawingml/2006/main"/>
          <a:ln xmlns:a="http://schemas.openxmlformats.org/drawingml/2006/main" w="16193">
            <a:solidFill>
              <a:srgbClr val="A69781"/>
            </a:solidFill>
            <a:prstDash val="dash"/>
          </a:ln>
        </p:spPr>
      </p:sp>
      <p:sp>
        <p:nvSpPr>
          <p:cNvPr id="35" name="">
            <a:extLst xmlns:a="http://schemas.openxmlformats.org/drawingml/2006/main">
              <a:ext uri="{FF2B5EF4-FFF2-40B4-BE49-F238E27FC236}">
                <a16:creationId xmlns:a16="http://schemas.microsoft.com/office/drawing/2014/main" id="{971B0687-1176-4479-B01B-EB0B4245331D}"/>
              </a:ext>
            </a:extLst>
          </p:cNvPr>
          <p:cNvSpPr>
            <a:spLocks xmlns:a="http://schemas.openxmlformats.org/drawingml/2006/main" noGrp="1"/>
          </p:cNvSpPr>
          <p:nvPr/>
        </p:nvSpPr>
        <p:spPr>
          <a:xfrm xmlns:a="http://schemas.openxmlformats.org/drawingml/2006/main">
            <a:off x="8096250" y="2286000"/>
            <a:ext cx="1333500" cy="5524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00">
                <a:solidFill>
                  <a:srgbClr val="302D27"/>
                </a:solidFill>
                <a:latin typeface="Arial"/>
                <a:ea typeface="Arial"/>
                <a:cs typeface="Arial"/>
              </a:defRPr>
            </a:pPr>
            <a:r>
              <a:rPr sz="1500">
                <a:solidFill>
                  <a:srgbClr val="302D27"/>
                </a:solidFill>
                <a:latin typeface="Arial"/>
                <a:ea typeface="Arial"/>
                <a:cs typeface="Arial"/>
              </a:rPr>
              <a:t>Frontend</a:t>
            </a:r>
          </a:p>
        </p:txBody>
      </p:sp>
      <p:sp>
        <p:nvSpPr>
          <p:cNvPr id="36" name="">
            <a:extLst xmlns:a="http://schemas.openxmlformats.org/drawingml/2006/main">
              <a:ext uri="{FF2B5EF4-FFF2-40B4-BE49-F238E27FC236}">
                <a16:creationId xmlns:a16="http://schemas.microsoft.com/office/drawing/2014/main" id="{7812C724-6E0F-4750-BBE5-5EEDF46A3802}"/>
              </a:ext>
            </a:extLst>
          </p:cNvPr>
          <p:cNvSpPr>
            <a:spLocks xmlns:a="http://schemas.openxmlformats.org/drawingml/2006/main" noGrp="1"/>
          </p:cNvSpPr>
          <p:nvPr/>
        </p:nvSpPr>
        <p:spPr>
          <a:xfrm xmlns:a="http://schemas.openxmlformats.org/drawingml/2006/main" flipV="0">
            <a:off x="8763000" y="2838450"/>
            <a:ext cx="95" cy="4210050"/>
          </a:xfrm>
          <a:prstGeom xmlns:a="http://schemas.openxmlformats.org/drawingml/2006/main" prst="line">
            <a:avLst/>
          </a:prstGeom>
          <a:noFill xmlns:a="http://schemas.openxmlformats.org/drawingml/2006/main"/>
          <a:ln xmlns:a="http://schemas.openxmlformats.org/drawingml/2006/main" w="16193">
            <a:solidFill>
              <a:srgbClr val="A69781"/>
            </a:solidFill>
            <a:prstDash val="dash"/>
          </a:ln>
        </p:spPr>
      </p:sp>
      <p:sp>
        <p:nvSpPr>
          <p:cNvPr id="37" name="">
            <a:extLst xmlns:a="http://schemas.openxmlformats.org/drawingml/2006/main">
              <a:ext uri="{FF2B5EF4-FFF2-40B4-BE49-F238E27FC236}">
                <a16:creationId xmlns:a16="http://schemas.microsoft.com/office/drawing/2014/main" id="{37A29AF7-DA9C-4001-9D43-8305A58B1620}"/>
              </a:ext>
            </a:extLst>
          </p:cNvPr>
          <p:cNvSpPr>
            <a:spLocks xmlns:a="http://schemas.openxmlformats.org/drawingml/2006/main" noGrp="1"/>
          </p:cNvSpPr>
          <p:nvPr/>
        </p:nvSpPr>
        <p:spPr>
          <a:xfrm xmlns:a="http://schemas.openxmlformats.org/drawingml/2006/main">
            <a:off x="9810750" y="2286000"/>
            <a:ext cx="1333500" cy="5524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00">
                <a:solidFill>
                  <a:srgbClr val="302D27"/>
                </a:solidFill>
                <a:latin typeface="Arial"/>
                <a:ea typeface="Arial"/>
                <a:cs typeface="Arial"/>
              </a:defRPr>
            </a:pPr>
            <a:r>
              <a:rPr sz="1500">
                <a:solidFill>
                  <a:srgbClr val="302D27"/>
                </a:solidFill>
                <a:latin typeface="Arial"/>
                <a:ea typeface="Arial"/>
                <a:cs typeface="Arial"/>
              </a:rPr>
              <a:t>Backend</a:t>
            </a:r>
          </a:p>
        </p:txBody>
      </p:sp>
      <p:sp>
        <p:nvSpPr>
          <p:cNvPr id="38" name="">
            <a:extLst xmlns:a="http://schemas.openxmlformats.org/drawingml/2006/main">
              <a:ext uri="{FF2B5EF4-FFF2-40B4-BE49-F238E27FC236}">
                <a16:creationId xmlns:a16="http://schemas.microsoft.com/office/drawing/2014/main" id="{98D2B6DC-F578-42F4-8120-09FC801C189D}"/>
              </a:ext>
            </a:extLst>
          </p:cNvPr>
          <p:cNvSpPr>
            <a:spLocks xmlns:a="http://schemas.openxmlformats.org/drawingml/2006/main" noGrp="1"/>
          </p:cNvSpPr>
          <p:nvPr/>
        </p:nvSpPr>
        <p:spPr>
          <a:xfrm xmlns:a="http://schemas.openxmlformats.org/drawingml/2006/main" flipV="0">
            <a:off x="10477500" y="2838450"/>
            <a:ext cx="95" cy="4210050"/>
          </a:xfrm>
          <a:prstGeom xmlns:a="http://schemas.openxmlformats.org/drawingml/2006/main" prst="line">
            <a:avLst/>
          </a:prstGeom>
          <a:noFill xmlns:a="http://schemas.openxmlformats.org/drawingml/2006/main"/>
          <a:ln xmlns:a="http://schemas.openxmlformats.org/drawingml/2006/main" w="16193">
            <a:solidFill>
              <a:srgbClr val="A69781"/>
            </a:solidFill>
            <a:prstDash val="dash"/>
          </a:ln>
        </p:spPr>
      </p:sp>
      <p:sp>
        <p:nvSpPr>
          <p:cNvPr id="39" name="">
            <a:extLst xmlns:a="http://schemas.openxmlformats.org/drawingml/2006/main">
              <a:ext uri="{FF2B5EF4-FFF2-40B4-BE49-F238E27FC236}">
                <a16:creationId xmlns:a16="http://schemas.microsoft.com/office/drawing/2014/main" id="{FAF80328-C687-4C71-80D7-B4E7C7FD278B}"/>
              </a:ext>
            </a:extLst>
          </p:cNvPr>
          <p:cNvSpPr>
            <a:spLocks xmlns:a="http://schemas.openxmlformats.org/drawingml/2006/main" noGrp="1"/>
          </p:cNvSpPr>
          <p:nvPr/>
        </p:nvSpPr>
        <p:spPr>
          <a:xfrm xmlns:a="http://schemas.openxmlformats.org/drawingml/2006/main">
            <a:off x="11525250" y="2286000"/>
            <a:ext cx="1333500" cy="5524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00">
                <a:solidFill>
                  <a:srgbClr val="302D27"/>
                </a:solidFill>
                <a:latin typeface="Arial"/>
                <a:ea typeface="Arial"/>
                <a:cs typeface="Arial"/>
              </a:defRPr>
            </a:pPr>
            <a:r>
              <a:rPr sz="1500">
                <a:solidFill>
                  <a:srgbClr val="302D27"/>
                </a:solidFill>
                <a:latin typeface="Arial"/>
                <a:ea typeface="Arial"/>
                <a:cs typeface="Arial"/>
              </a:rPr>
              <a:t>Database</a:t>
            </a:r>
          </a:p>
        </p:txBody>
      </p:sp>
      <p:sp>
        <p:nvSpPr>
          <p:cNvPr id="40" name="">
            <a:extLst xmlns:a="http://schemas.openxmlformats.org/drawingml/2006/main">
              <a:ext uri="{FF2B5EF4-FFF2-40B4-BE49-F238E27FC236}">
                <a16:creationId xmlns:a16="http://schemas.microsoft.com/office/drawing/2014/main" id="{5B88EADA-951A-4596-A881-DA85E354289B}"/>
              </a:ext>
            </a:extLst>
          </p:cNvPr>
          <p:cNvSpPr>
            <a:spLocks xmlns:a="http://schemas.openxmlformats.org/drawingml/2006/main" noGrp="1"/>
          </p:cNvSpPr>
          <p:nvPr/>
        </p:nvSpPr>
        <p:spPr>
          <a:xfrm xmlns:a="http://schemas.openxmlformats.org/drawingml/2006/main" flipV="0">
            <a:off x="12192000" y="2838450"/>
            <a:ext cx="95" cy="4210050"/>
          </a:xfrm>
          <a:prstGeom xmlns:a="http://schemas.openxmlformats.org/drawingml/2006/main" prst="line">
            <a:avLst/>
          </a:prstGeom>
          <a:noFill xmlns:a="http://schemas.openxmlformats.org/drawingml/2006/main"/>
          <a:ln xmlns:a="http://schemas.openxmlformats.org/drawingml/2006/main" w="16193">
            <a:solidFill>
              <a:srgbClr val="A69781"/>
            </a:solidFill>
            <a:prstDash val="dash"/>
          </a:ln>
        </p:spPr>
      </p:sp>
      <p:sp>
        <p:nvSpPr>
          <p:cNvPr id="41" name="">
            <a:extLst xmlns:a="http://schemas.openxmlformats.org/drawingml/2006/main">
              <a:ext uri="{FF2B5EF4-FFF2-40B4-BE49-F238E27FC236}">
                <a16:creationId xmlns:a16="http://schemas.microsoft.com/office/drawing/2014/main" id="{1F555125-73CC-49A7-B9EC-CCA62DB4A20A}"/>
              </a:ext>
            </a:extLst>
          </p:cNvPr>
          <p:cNvSpPr>
            <a:spLocks xmlns:a="http://schemas.openxmlformats.org/drawingml/2006/main" noGrp="1"/>
          </p:cNvSpPr>
          <p:nvPr/>
        </p:nvSpPr>
        <p:spPr>
          <a:xfrm xmlns:a="http://schemas.openxmlformats.org/drawingml/2006/main">
            <a:off x="13525500" y="2286000"/>
            <a:ext cx="1333500" cy="5524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500">
                <a:solidFill>
                  <a:srgbClr val="302D27"/>
                </a:solidFill>
                <a:latin typeface="Arial"/>
                <a:ea typeface="Arial"/>
                <a:cs typeface="Arial"/>
              </a:defRPr>
            </a:pPr>
            <a:r>
              <a:rPr sz="1500">
                <a:solidFill>
                  <a:srgbClr val="302D27"/>
                </a:solidFill>
                <a:latin typeface="Arial"/>
                <a:ea typeface="Arial"/>
                <a:cs typeface="Arial"/>
              </a:rPr>
              <a:t>Admin / Staff</a:t>
            </a:r>
          </a:p>
        </p:txBody>
      </p:sp>
      <p:sp>
        <p:nvSpPr>
          <p:cNvPr id="42" name="">
            <a:extLst xmlns:a="http://schemas.openxmlformats.org/drawingml/2006/main">
              <a:ext uri="{FF2B5EF4-FFF2-40B4-BE49-F238E27FC236}">
                <a16:creationId xmlns:a16="http://schemas.microsoft.com/office/drawing/2014/main" id="{2BEBBE67-F2FC-4316-9C6F-F05D0C7A63D6}"/>
              </a:ext>
            </a:extLst>
          </p:cNvPr>
          <p:cNvSpPr>
            <a:spLocks xmlns:a="http://schemas.openxmlformats.org/drawingml/2006/main" noGrp="1"/>
          </p:cNvSpPr>
          <p:nvPr/>
        </p:nvSpPr>
        <p:spPr>
          <a:xfrm xmlns:a="http://schemas.openxmlformats.org/drawingml/2006/main" flipV="0">
            <a:off x="14192250" y="2838450"/>
            <a:ext cx="95" cy="4210050"/>
          </a:xfrm>
          <a:prstGeom xmlns:a="http://schemas.openxmlformats.org/drawingml/2006/main" prst="line">
            <a:avLst/>
          </a:prstGeom>
          <a:noFill xmlns:a="http://schemas.openxmlformats.org/drawingml/2006/main"/>
          <a:ln xmlns:a="http://schemas.openxmlformats.org/drawingml/2006/main" w="16193">
            <a:solidFill>
              <a:srgbClr val="A69781"/>
            </a:solidFill>
            <a:prstDash val="dash"/>
          </a:ln>
        </p:spPr>
      </p:sp>
      <p:sp>
        <p:nvSpPr>
          <p:cNvPr id="43" name="">
            <a:extLst xmlns:a="http://schemas.openxmlformats.org/drawingml/2006/main">
              <a:ext uri="{FF2B5EF4-FFF2-40B4-BE49-F238E27FC236}">
                <a16:creationId xmlns:a16="http://schemas.microsoft.com/office/drawing/2014/main" id="{193C871C-5EF7-4ABB-BEC5-4731458E53D7}"/>
              </a:ext>
            </a:extLst>
          </p:cNvPr>
          <p:cNvSpPr>
            <a:spLocks xmlns:a="http://schemas.openxmlformats.org/drawingml/2006/main" noGrp="1"/>
          </p:cNvSpPr>
          <p:nvPr/>
        </p:nvSpPr>
        <p:spPr>
          <a:xfrm xmlns:a="http://schemas.openxmlformats.org/drawingml/2006/main">
            <a:off x="7143750" y="3257550"/>
            <a:ext cx="953" cy="953"/>
          </a:xfrm>
          <a:prstGeom xmlns:a="http://schemas.openxmlformats.org/drawingml/2006/main" prst="rect">
            <a:avLst/>
          </a:prstGeom>
          <a:noFill xmlns:a="http://schemas.openxmlformats.org/drawingml/2006/main"/>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B557875B-CD88-4BD1-93B7-83DB79E9080E}"/>
              </a:ext>
            </a:extLst>
          </p:cNvPr>
          <p:cNvSpPr>
            <a:spLocks xmlns:a="http://schemas.openxmlformats.org/drawingml/2006/main" noGrp="1"/>
          </p:cNvSpPr>
          <p:nvPr/>
        </p:nvSpPr>
        <p:spPr>
          <a:xfrm xmlns:a="http://schemas.openxmlformats.org/drawingml/2006/main">
            <a:off x="8763000" y="3257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0" name=""/>
          <p:cNvCxnSpPr>
            <a:stCxn xmlns:a="http://schemas.openxmlformats.org/drawingml/2006/main" id="43" idx="3"/>
            <a:endCxn xmlns:a="http://schemas.openxmlformats.org/drawingml/2006/main" id="44" idx="1"/>
          </p:cNvCxnSpPr>
          <p:nvPr/>
        </p:nvCxnSpPr>
        <p:spPr>
          <a:xfrm xmlns:a="http://schemas.openxmlformats.org/drawingml/2006/main">
            <a:off x="7144703" y="3258027"/>
            <a:ext cx="1618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46" name="">
            <a:extLst xmlns:a="http://schemas.openxmlformats.org/drawingml/2006/main">
              <a:ext uri="{FF2B5EF4-FFF2-40B4-BE49-F238E27FC236}">
                <a16:creationId xmlns:a16="http://schemas.microsoft.com/office/drawing/2014/main" id="{1C35CC06-3871-435E-A837-BFF2AB14EA09}"/>
              </a:ext>
            </a:extLst>
          </p:cNvPr>
          <p:cNvSpPr>
            <a:spLocks xmlns:a="http://schemas.openxmlformats.org/drawingml/2006/main" noGrp="1"/>
          </p:cNvSpPr>
          <p:nvPr/>
        </p:nvSpPr>
        <p:spPr>
          <a:xfrm xmlns:a="http://schemas.openxmlformats.org/drawingml/2006/main">
            <a:off x="7219950" y="2971800"/>
            <a:ext cx="1504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1  Submit complaint</a:t>
            </a:r>
          </a:p>
        </p:txBody>
      </p:sp>
      <p:sp>
        <p:nvSpPr>
          <p:cNvPr id="47" name="">
            <a:extLst xmlns:a="http://schemas.openxmlformats.org/drawingml/2006/main">
              <a:ext uri="{FF2B5EF4-FFF2-40B4-BE49-F238E27FC236}">
                <a16:creationId xmlns:a16="http://schemas.microsoft.com/office/drawing/2014/main" id="{B6FC734C-CF27-4441-870B-B64059E404BC}"/>
              </a:ext>
            </a:extLst>
          </p:cNvPr>
          <p:cNvSpPr>
            <a:spLocks xmlns:a="http://schemas.openxmlformats.org/drawingml/2006/main" noGrp="1"/>
          </p:cNvSpPr>
          <p:nvPr/>
        </p:nvSpPr>
        <p:spPr>
          <a:xfrm xmlns:a="http://schemas.openxmlformats.org/drawingml/2006/main">
            <a:off x="8763000" y="3733800"/>
            <a:ext cx="953" cy="953"/>
          </a:xfrm>
          <a:prstGeom xmlns:a="http://schemas.openxmlformats.org/drawingml/2006/main" prst="rect">
            <a:avLst/>
          </a:prstGeom>
          <a:noFill xmlns:a="http://schemas.openxmlformats.org/drawingml/2006/main"/>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9A52ECE4-E66F-45AE-9CC8-39016E9E57C0}"/>
              </a:ext>
            </a:extLst>
          </p:cNvPr>
          <p:cNvSpPr>
            <a:spLocks xmlns:a="http://schemas.openxmlformats.org/drawingml/2006/main" noGrp="1"/>
          </p:cNvSpPr>
          <p:nvPr/>
        </p:nvSpPr>
        <p:spPr>
          <a:xfrm xmlns:a="http://schemas.openxmlformats.org/drawingml/2006/main">
            <a:off x="10477500" y="37338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4" name=""/>
          <p:cNvCxnSpPr>
            <a:stCxn xmlns:a="http://schemas.openxmlformats.org/drawingml/2006/main" id="47" idx="3"/>
            <a:endCxn xmlns:a="http://schemas.openxmlformats.org/drawingml/2006/main" id="48" idx="1"/>
          </p:cNvCxnSpPr>
          <p:nvPr/>
        </p:nvCxnSpPr>
        <p:spPr>
          <a:xfrm xmlns:a="http://schemas.openxmlformats.org/drawingml/2006/main">
            <a:off x="8763953" y="3734277"/>
            <a:ext cx="171354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50" name="">
            <a:extLst xmlns:a="http://schemas.openxmlformats.org/drawingml/2006/main">
              <a:ext uri="{FF2B5EF4-FFF2-40B4-BE49-F238E27FC236}">
                <a16:creationId xmlns:a16="http://schemas.microsoft.com/office/drawing/2014/main" id="{F9CDF07C-510E-4925-9AD2-554C155D84F9}"/>
              </a:ext>
            </a:extLst>
          </p:cNvPr>
          <p:cNvSpPr>
            <a:spLocks xmlns:a="http://schemas.openxmlformats.org/drawingml/2006/main" noGrp="1"/>
          </p:cNvSpPr>
          <p:nvPr/>
        </p:nvSpPr>
        <p:spPr>
          <a:xfrm xmlns:a="http://schemas.openxmlformats.org/drawingml/2006/main">
            <a:off x="8839200" y="344805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2  Validate request</a:t>
            </a:r>
          </a:p>
        </p:txBody>
      </p:sp>
      <p:sp>
        <p:nvSpPr>
          <p:cNvPr id="51" name="">
            <a:extLst xmlns:a="http://schemas.openxmlformats.org/drawingml/2006/main">
              <a:ext uri="{FF2B5EF4-FFF2-40B4-BE49-F238E27FC236}">
                <a16:creationId xmlns:a16="http://schemas.microsoft.com/office/drawing/2014/main" id="{1795E24A-913F-499E-A573-F077EBF96B25}"/>
              </a:ext>
            </a:extLst>
          </p:cNvPr>
          <p:cNvSpPr>
            <a:spLocks xmlns:a="http://schemas.openxmlformats.org/drawingml/2006/main" noGrp="1"/>
          </p:cNvSpPr>
          <p:nvPr/>
        </p:nvSpPr>
        <p:spPr>
          <a:xfrm xmlns:a="http://schemas.openxmlformats.org/drawingml/2006/main">
            <a:off x="10477500" y="4210050"/>
            <a:ext cx="953" cy="953"/>
          </a:xfrm>
          <a:prstGeom xmlns:a="http://schemas.openxmlformats.org/drawingml/2006/main" prst="rect">
            <a:avLst/>
          </a:prstGeom>
          <a:noFill xmlns:a="http://schemas.openxmlformats.org/drawingml/2006/main"/>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CABA04A3-7666-43BA-882C-EB243663CCD6}"/>
              </a:ext>
            </a:extLst>
          </p:cNvPr>
          <p:cNvSpPr>
            <a:spLocks xmlns:a="http://schemas.openxmlformats.org/drawingml/2006/main" noGrp="1"/>
          </p:cNvSpPr>
          <p:nvPr/>
        </p:nvSpPr>
        <p:spPr>
          <a:xfrm xmlns:a="http://schemas.openxmlformats.org/drawingml/2006/main">
            <a:off x="12192000" y="42100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8" name=""/>
          <p:cNvCxnSpPr>
            <a:stCxn xmlns:a="http://schemas.openxmlformats.org/drawingml/2006/main" id="51" idx="3"/>
            <a:endCxn xmlns:a="http://schemas.openxmlformats.org/drawingml/2006/main" id="52" idx="1"/>
          </p:cNvCxnSpPr>
          <p:nvPr/>
        </p:nvCxnSpPr>
        <p:spPr>
          <a:xfrm xmlns:a="http://schemas.openxmlformats.org/drawingml/2006/main">
            <a:off x="10478453" y="4210527"/>
            <a:ext cx="171354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54" name="">
            <a:extLst xmlns:a="http://schemas.openxmlformats.org/drawingml/2006/main">
              <a:ext uri="{FF2B5EF4-FFF2-40B4-BE49-F238E27FC236}">
                <a16:creationId xmlns:a16="http://schemas.microsoft.com/office/drawing/2014/main" id="{FD5B999F-3B48-45E1-A05F-07D6C2570AF2}"/>
              </a:ext>
            </a:extLst>
          </p:cNvPr>
          <p:cNvSpPr>
            <a:spLocks xmlns:a="http://schemas.openxmlformats.org/drawingml/2006/main" noGrp="1"/>
          </p:cNvSpPr>
          <p:nvPr/>
        </p:nvSpPr>
        <p:spPr>
          <a:xfrm xmlns:a="http://schemas.openxmlformats.org/drawingml/2006/main">
            <a:off x="10553700" y="392430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3  Save complaint</a:t>
            </a:r>
          </a:p>
        </p:txBody>
      </p:sp>
      <p:sp>
        <p:nvSpPr>
          <p:cNvPr id="55" name="">
            <a:extLst xmlns:a="http://schemas.openxmlformats.org/drawingml/2006/main">
              <a:ext uri="{FF2B5EF4-FFF2-40B4-BE49-F238E27FC236}">
                <a16:creationId xmlns:a16="http://schemas.microsoft.com/office/drawing/2014/main" id="{B4734E30-5038-4342-B15F-22ECD5F81EA1}"/>
              </a:ext>
            </a:extLst>
          </p:cNvPr>
          <p:cNvSpPr>
            <a:spLocks xmlns:a="http://schemas.openxmlformats.org/drawingml/2006/main" noGrp="1"/>
          </p:cNvSpPr>
          <p:nvPr/>
        </p:nvSpPr>
        <p:spPr>
          <a:xfrm xmlns:a="http://schemas.openxmlformats.org/drawingml/2006/main">
            <a:off x="10477500" y="4686300"/>
            <a:ext cx="953" cy="953"/>
          </a:xfrm>
          <a:prstGeom xmlns:a="http://schemas.openxmlformats.org/drawingml/2006/main" prst="rect">
            <a:avLst/>
          </a:prstGeom>
          <a:noFill xmlns:a="http://schemas.openxmlformats.org/drawingml/2006/main"/>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73712C2D-8349-4AC6-B989-68B89ABE35F3}"/>
              </a:ext>
            </a:extLst>
          </p:cNvPr>
          <p:cNvSpPr>
            <a:spLocks xmlns:a="http://schemas.openxmlformats.org/drawingml/2006/main" noGrp="1"/>
          </p:cNvSpPr>
          <p:nvPr/>
        </p:nvSpPr>
        <p:spPr>
          <a:xfrm xmlns:a="http://schemas.openxmlformats.org/drawingml/2006/main">
            <a:off x="7143750" y="46863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2" name=""/>
          <p:cNvCxnSpPr>
            <a:stCxn xmlns:a="http://schemas.openxmlformats.org/drawingml/2006/main" id="55" idx="3"/>
            <a:endCxn xmlns:a="http://schemas.openxmlformats.org/drawingml/2006/main" id="56" idx="1"/>
          </p:cNvCxnSpPr>
          <p:nvPr/>
        </p:nvCxnSpPr>
        <p:spPr>
          <a:xfrm xmlns:a="http://schemas.openxmlformats.org/drawingml/2006/main" flipH="1">
            <a:off x="7143750" y="4686777"/>
            <a:ext cx="33347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58" name="">
            <a:extLst xmlns:a="http://schemas.openxmlformats.org/drawingml/2006/main">
              <a:ext uri="{FF2B5EF4-FFF2-40B4-BE49-F238E27FC236}">
                <a16:creationId xmlns:a16="http://schemas.microsoft.com/office/drawing/2014/main" id="{4AC195FC-3B69-4B4D-AF65-117467362031}"/>
              </a:ext>
            </a:extLst>
          </p:cNvPr>
          <p:cNvSpPr>
            <a:spLocks xmlns:a="http://schemas.openxmlformats.org/drawingml/2006/main" noGrp="1"/>
          </p:cNvSpPr>
          <p:nvPr/>
        </p:nvSpPr>
        <p:spPr>
          <a:xfrm xmlns:a="http://schemas.openxmlformats.org/drawingml/2006/main">
            <a:off x="7219950" y="4400550"/>
            <a:ext cx="3219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4  Return ID + status</a:t>
            </a:r>
          </a:p>
        </p:txBody>
      </p:sp>
      <p:sp>
        <p:nvSpPr>
          <p:cNvPr id="59" name="">
            <a:extLst xmlns:a="http://schemas.openxmlformats.org/drawingml/2006/main">
              <a:ext uri="{FF2B5EF4-FFF2-40B4-BE49-F238E27FC236}">
                <a16:creationId xmlns:a16="http://schemas.microsoft.com/office/drawing/2014/main" id="{24AB4DFD-6663-428E-B823-0ED8C8276CAB}"/>
              </a:ext>
            </a:extLst>
          </p:cNvPr>
          <p:cNvSpPr>
            <a:spLocks xmlns:a="http://schemas.openxmlformats.org/drawingml/2006/main" noGrp="1"/>
          </p:cNvSpPr>
          <p:nvPr/>
        </p:nvSpPr>
        <p:spPr>
          <a:xfrm xmlns:a="http://schemas.openxmlformats.org/drawingml/2006/main">
            <a:off x="14192250" y="5162550"/>
            <a:ext cx="953" cy="953"/>
          </a:xfrm>
          <a:prstGeom xmlns:a="http://schemas.openxmlformats.org/drawingml/2006/main" prst="rect">
            <a:avLst/>
          </a:prstGeom>
          <a:noFill xmlns:a="http://schemas.openxmlformats.org/drawingml/2006/main"/>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86DBC326-A4F4-4A88-9B10-E958EF012F1F}"/>
              </a:ext>
            </a:extLst>
          </p:cNvPr>
          <p:cNvSpPr>
            <a:spLocks xmlns:a="http://schemas.openxmlformats.org/drawingml/2006/main" noGrp="1"/>
          </p:cNvSpPr>
          <p:nvPr/>
        </p:nvSpPr>
        <p:spPr>
          <a:xfrm xmlns:a="http://schemas.openxmlformats.org/drawingml/2006/main">
            <a:off x="10477500" y="51625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6" name=""/>
          <p:cNvCxnSpPr>
            <a:stCxn xmlns:a="http://schemas.openxmlformats.org/drawingml/2006/main" id="59" idx="3"/>
            <a:endCxn xmlns:a="http://schemas.openxmlformats.org/drawingml/2006/main" id="60" idx="1"/>
          </p:cNvCxnSpPr>
          <p:nvPr/>
        </p:nvCxnSpPr>
        <p:spPr>
          <a:xfrm xmlns:a="http://schemas.openxmlformats.org/drawingml/2006/main" flipH="1">
            <a:off x="10477500" y="5163027"/>
            <a:ext cx="37157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62" name="">
            <a:extLst xmlns:a="http://schemas.openxmlformats.org/drawingml/2006/main">
              <a:ext uri="{FF2B5EF4-FFF2-40B4-BE49-F238E27FC236}">
                <a16:creationId xmlns:a16="http://schemas.microsoft.com/office/drawing/2014/main" id="{21BC3DEE-5587-4A67-9519-CA340188668D}"/>
              </a:ext>
            </a:extLst>
          </p:cNvPr>
          <p:cNvSpPr>
            <a:spLocks xmlns:a="http://schemas.openxmlformats.org/drawingml/2006/main" noGrp="1"/>
          </p:cNvSpPr>
          <p:nvPr/>
        </p:nvSpPr>
        <p:spPr>
          <a:xfrm xmlns:a="http://schemas.openxmlformats.org/drawingml/2006/main">
            <a:off x="10553700" y="4876800"/>
            <a:ext cx="360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5  Admin assigns staff</a:t>
            </a:r>
          </a:p>
        </p:txBody>
      </p:sp>
      <p:sp>
        <p:nvSpPr>
          <p:cNvPr id="63" name="">
            <a:extLst xmlns:a="http://schemas.openxmlformats.org/drawingml/2006/main">
              <a:ext uri="{FF2B5EF4-FFF2-40B4-BE49-F238E27FC236}">
                <a16:creationId xmlns:a16="http://schemas.microsoft.com/office/drawing/2014/main" id="{9AA7CB2A-526B-4771-8CBC-0C088CC650D7}"/>
              </a:ext>
            </a:extLst>
          </p:cNvPr>
          <p:cNvSpPr>
            <a:spLocks xmlns:a="http://schemas.openxmlformats.org/drawingml/2006/main" noGrp="1"/>
          </p:cNvSpPr>
          <p:nvPr/>
        </p:nvSpPr>
        <p:spPr>
          <a:xfrm xmlns:a="http://schemas.openxmlformats.org/drawingml/2006/main">
            <a:off x="10477500" y="5638800"/>
            <a:ext cx="953" cy="953"/>
          </a:xfrm>
          <a:prstGeom xmlns:a="http://schemas.openxmlformats.org/drawingml/2006/main" prst="rect">
            <a:avLst/>
          </a:prstGeom>
          <a:noFill xmlns:a="http://schemas.openxmlformats.org/drawingml/2006/main"/>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656D57C6-27CB-41B5-94A7-C8DA96F635FB}"/>
              </a:ext>
            </a:extLst>
          </p:cNvPr>
          <p:cNvSpPr>
            <a:spLocks xmlns:a="http://schemas.openxmlformats.org/drawingml/2006/main" noGrp="1"/>
          </p:cNvSpPr>
          <p:nvPr/>
        </p:nvSpPr>
        <p:spPr>
          <a:xfrm xmlns:a="http://schemas.openxmlformats.org/drawingml/2006/main">
            <a:off x="12192000" y="56388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0" name=""/>
          <p:cNvCxnSpPr>
            <a:stCxn xmlns:a="http://schemas.openxmlformats.org/drawingml/2006/main" id="63" idx="3"/>
            <a:endCxn xmlns:a="http://schemas.openxmlformats.org/drawingml/2006/main" id="64" idx="1"/>
          </p:cNvCxnSpPr>
          <p:nvPr/>
        </p:nvCxnSpPr>
        <p:spPr>
          <a:xfrm xmlns:a="http://schemas.openxmlformats.org/drawingml/2006/main">
            <a:off x="10478453" y="5639277"/>
            <a:ext cx="171354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66" name="">
            <a:extLst xmlns:a="http://schemas.openxmlformats.org/drawingml/2006/main">
              <a:ext uri="{FF2B5EF4-FFF2-40B4-BE49-F238E27FC236}">
                <a16:creationId xmlns:a16="http://schemas.microsoft.com/office/drawing/2014/main" id="{69BAB332-41F8-4CCB-9AF7-E397F930E62E}"/>
              </a:ext>
            </a:extLst>
          </p:cNvPr>
          <p:cNvSpPr>
            <a:spLocks xmlns:a="http://schemas.openxmlformats.org/drawingml/2006/main" noGrp="1"/>
          </p:cNvSpPr>
          <p:nvPr/>
        </p:nvSpPr>
        <p:spPr>
          <a:xfrm xmlns:a="http://schemas.openxmlformats.org/drawingml/2006/main">
            <a:off x="10553700" y="5353050"/>
            <a:ext cx="1600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6  Save assignment</a:t>
            </a:r>
          </a:p>
        </p:txBody>
      </p:sp>
      <p:sp>
        <p:nvSpPr>
          <p:cNvPr id="67" name="">
            <a:extLst xmlns:a="http://schemas.openxmlformats.org/drawingml/2006/main">
              <a:ext uri="{FF2B5EF4-FFF2-40B4-BE49-F238E27FC236}">
                <a16:creationId xmlns:a16="http://schemas.microsoft.com/office/drawing/2014/main" id="{A61F36B9-F982-40C9-BAF0-45F0AF144E8F}"/>
              </a:ext>
            </a:extLst>
          </p:cNvPr>
          <p:cNvSpPr>
            <a:spLocks xmlns:a="http://schemas.openxmlformats.org/drawingml/2006/main" noGrp="1"/>
          </p:cNvSpPr>
          <p:nvPr/>
        </p:nvSpPr>
        <p:spPr>
          <a:xfrm xmlns:a="http://schemas.openxmlformats.org/drawingml/2006/main">
            <a:off x="10477500" y="6115050"/>
            <a:ext cx="953" cy="953"/>
          </a:xfrm>
          <a:prstGeom xmlns:a="http://schemas.openxmlformats.org/drawingml/2006/main" prst="rect">
            <a:avLst/>
          </a:prstGeom>
          <a:noFill xmlns:a="http://schemas.openxmlformats.org/drawingml/2006/main"/>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95D9AADC-2793-4C88-9A8E-FC47E802F514}"/>
              </a:ext>
            </a:extLst>
          </p:cNvPr>
          <p:cNvSpPr>
            <a:spLocks xmlns:a="http://schemas.openxmlformats.org/drawingml/2006/main" noGrp="1"/>
          </p:cNvSpPr>
          <p:nvPr/>
        </p:nvSpPr>
        <p:spPr>
          <a:xfrm xmlns:a="http://schemas.openxmlformats.org/drawingml/2006/main">
            <a:off x="14192250" y="61150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4" name=""/>
          <p:cNvCxnSpPr>
            <a:stCxn xmlns:a="http://schemas.openxmlformats.org/drawingml/2006/main" id="67" idx="3"/>
            <a:endCxn xmlns:a="http://schemas.openxmlformats.org/drawingml/2006/main" id="68" idx="1"/>
          </p:cNvCxnSpPr>
          <p:nvPr/>
        </p:nvCxnSpPr>
        <p:spPr>
          <a:xfrm xmlns:a="http://schemas.openxmlformats.org/drawingml/2006/main">
            <a:off x="10478453" y="6115527"/>
            <a:ext cx="37137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70" name="">
            <a:extLst xmlns:a="http://schemas.openxmlformats.org/drawingml/2006/main">
              <a:ext uri="{FF2B5EF4-FFF2-40B4-BE49-F238E27FC236}">
                <a16:creationId xmlns:a16="http://schemas.microsoft.com/office/drawing/2014/main" id="{41BE2419-EECB-43ED-ACFC-0790E0726CBC}"/>
              </a:ext>
            </a:extLst>
          </p:cNvPr>
          <p:cNvSpPr>
            <a:spLocks xmlns:a="http://schemas.openxmlformats.org/drawingml/2006/main" noGrp="1"/>
          </p:cNvSpPr>
          <p:nvPr/>
        </p:nvSpPr>
        <p:spPr>
          <a:xfrm xmlns:a="http://schemas.openxmlformats.org/drawingml/2006/main">
            <a:off x="10553700" y="5829300"/>
            <a:ext cx="360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7  Notify staff</a:t>
            </a:r>
          </a:p>
        </p:txBody>
      </p:sp>
      <p:sp>
        <p:nvSpPr>
          <p:cNvPr id="71" name="">
            <a:extLst xmlns:a="http://schemas.openxmlformats.org/drawingml/2006/main">
              <a:ext uri="{FF2B5EF4-FFF2-40B4-BE49-F238E27FC236}">
                <a16:creationId xmlns:a16="http://schemas.microsoft.com/office/drawing/2014/main" id="{39BC7548-0F1E-4D07-BF11-DA3180EE0107}"/>
              </a:ext>
            </a:extLst>
          </p:cNvPr>
          <p:cNvSpPr>
            <a:spLocks xmlns:a="http://schemas.openxmlformats.org/drawingml/2006/main" noGrp="1"/>
          </p:cNvSpPr>
          <p:nvPr/>
        </p:nvSpPr>
        <p:spPr>
          <a:xfrm xmlns:a="http://schemas.openxmlformats.org/drawingml/2006/main">
            <a:off x="14192250" y="6591300"/>
            <a:ext cx="953" cy="953"/>
          </a:xfrm>
          <a:prstGeom xmlns:a="http://schemas.openxmlformats.org/drawingml/2006/main" prst="rect">
            <a:avLst/>
          </a:prstGeom>
          <a:noFill xmlns:a="http://schemas.openxmlformats.org/drawingml/2006/main"/>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2DC44DC9-DE0C-4178-AF0E-3DAB10BB1CF5}"/>
              </a:ext>
            </a:extLst>
          </p:cNvPr>
          <p:cNvSpPr>
            <a:spLocks xmlns:a="http://schemas.openxmlformats.org/drawingml/2006/main" noGrp="1"/>
          </p:cNvSpPr>
          <p:nvPr/>
        </p:nvSpPr>
        <p:spPr>
          <a:xfrm xmlns:a="http://schemas.openxmlformats.org/drawingml/2006/main">
            <a:off x="10477500" y="65913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8" name=""/>
          <p:cNvCxnSpPr>
            <a:stCxn xmlns:a="http://schemas.openxmlformats.org/drawingml/2006/main" id="71" idx="3"/>
            <a:endCxn xmlns:a="http://schemas.openxmlformats.org/drawingml/2006/main" id="72" idx="1"/>
          </p:cNvCxnSpPr>
          <p:nvPr/>
        </p:nvCxnSpPr>
        <p:spPr>
          <a:xfrm xmlns:a="http://schemas.openxmlformats.org/drawingml/2006/main" flipH="1">
            <a:off x="10477500" y="6591777"/>
            <a:ext cx="37157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74" name="">
            <a:extLst xmlns:a="http://schemas.openxmlformats.org/drawingml/2006/main">
              <a:ext uri="{FF2B5EF4-FFF2-40B4-BE49-F238E27FC236}">
                <a16:creationId xmlns:a16="http://schemas.microsoft.com/office/drawing/2014/main" id="{E071F3E8-C7D6-4695-BA70-CFEA8ED4D0BF}"/>
              </a:ext>
            </a:extLst>
          </p:cNvPr>
          <p:cNvSpPr>
            <a:spLocks xmlns:a="http://schemas.openxmlformats.org/drawingml/2006/main" noGrp="1"/>
          </p:cNvSpPr>
          <p:nvPr/>
        </p:nvSpPr>
        <p:spPr>
          <a:xfrm xmlns:a="http://schemas.openxmlformats.org/drawingml/2006/main">
            <a:off x="10553700" y="6305550"/>
            <a:ext cx="3600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8  Staff updates status</a:t>
            </a:r>
          </a:p>
        </p:txBody>
      </p:sp>
      <p:sp>
        <p:nvSpPr>
          <p:cNvPr id="75" name="">
            <a:extLst xmlns:a="http://schemas.openxmlformats.org/drawingml/2006/main">
              <a:ext uri="{FF2B5EF4-FFF2-40B4-BE49-F238E27FC236}">
                <a16:creationId xmlns:a16="http://schemas.microsoft.com/office/drawing/2014/main" id="{0EC930CB-CCC9-4942-A86C-535D367AAA9B}"/>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2695C"/>
                </a:solidFill>
                <a:latin typeface="Arial"/>
                <a:ea typeface="Arial"/>
                <a:cs typeface="Arial"/>
              </a:defRPr>
            </a:pPr>
            <a:r>
              <a:rPr sz="1725" b="0">
                <a:solidFill>
                  <a:srgbClr val="72695C"/>
                </a:solidFill>
                <a:latin typeface="Arial"/>
                <a:ea typeface="Arial"/>
                <a:cs typeface="Arial"/>
              </a:rPr>
              <a:t>Each status change updates the complaint history and triggers a notification for the relevant user.</a:t>
            </a:r>
          </a:p>
        </p:txBody>
      </p:sp>
    </p:spTree>
    <p:extLst>
      <p:ext uri="{BB962C8B-B14F-4D97-AF65-F5344CB8AC3E}">
        <p14:creationId xmlns:p14="http://schemas.microsoft.com/office/powerpoint/2010/main" val="950189761"/>
      </p:ext>
    </p:extLst>
  </p:cSld>
</p:sld>
</file>

<file path=ppt/slides/slide5.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6390C160-ABBA-4CF8-9853-F8E2BCD3F413}"/>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DFD Level 0: system context</a:t>
            </a:r>
          </a:p>
        </p:txBody>
      </p:sp>
      <p:sp>
        <p:nvSpPr>
          <p:cNvPr id="2" name="">
            <a:extLst xmlns:a="http://schemas.openxmlformats.org/drawingml/2006/main">
              <a:ext uri="{FF2B5EF4-FFF2-40B4-BE49-F238E27FC236}">
                <a16:creationId xmlns:a16="http://schemas.microsoft.com/office/drawing/2014/main" id="{D3C34D96-5EE2-4138-A21E-1AAEB2063803}"/>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CampusFix exchanges information with three external actors.</a:t>
            </a:r>
          </a:p>
        </p:txBody>
      </p:sp>
      <p:sp>
        <p:nvSpPr>
          <p:cNvPr id="3" name="">
            <a:extLst xmlns:a="http://schemas.openxmlformats.org/drawingml/2006/main">
              <a:ext uri="{FF2B5EF4-FFF2-40B4-BE49-F238E27FC236}">
                <a16:creationId xmlns:a16="http://schemas.microsoft.com/office/drawing/2014/main" id="{5FC85D5F-75CB-48CC-A9BE-91D3987D1FAA}"/>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26A5ADDA-1184-4711-B15F-E949D420A0B2}"/>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5151E279-D110-4A98-9794-9DFF5562285F}"/>
              </a:ext>
            </a:extLst>
          </p:cNvPr>
          <p:cNvSpPr>
            <a:spLocks xmlns:a="http://schemas.openxmlformats.org/drawingml/2006/main" noGrp="1"/>
          </p:cNvSpPr>
          <p:nvPr/>
        </p:nvSpPr>
        <p:spPr>
          <a:xfrm xmlns:a="http://schemas.openxmlformats.org/drawingml/2006/main">
            <a:off x="5686425" y="3162300"/>
            <a:ext cx="4191000" cy="2286000"/>
          </a:xfrm>
          <a:prstGeom xmlns:a="http://schemas.openxmlformats.org/drawingml/2006/main" prst="ellipse">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0</a:t>
            </a:r>
          </a:p>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CampusFix</a:t>
            </a:r>
          </a:p>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Complaint &amp; Maintenance System</a:t>
            </a:r>
          </a:p>
        </p:txBody>
      </p:sp>
      <p:sp>
        <p:nvSpPr>
          <p:cNvPr id="6" name="">
            <a:extLst xmlns:a="http://schemas.openxmlformats.org/drawingml/2006/main">
              <a:ext uri="{FF2B5EF4-FFF2-40B4-BE49-F238E27FC236}">
                <a16:creationId xmlns:a16="http://schemas.microsoft.com/office/drawing/2014/main" id="{952155EA-3AA9-47C6-A741-9AE27DF2EBE9}"/>
              </a:ext>
            </a:extLst>
          </p:cNvPr>
          <p:cNvSpPr>
            <a:spLocks xmlns:a="http://schemas.openxmlformats.org/drawingml/2006/main" noGrp="1"/>
          </p:cNvSpPr>
          <p:nvPr/>
        </p:nvSpPr>
        <p:spPr>
          <a:xfrm xmlns:a="http://schemas.openxmlformats.org/drawingml/2006/main">
            <a:off x="619125" y="3495675"/>
            <a:ext cx="2381250" cy="12382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302D27"/>
                </a:solidFill>
                <a:latin typeface="Arial"/>
                <a:ea typeface="Arial"/>
                <a:cs typeface="Arial"/>
              </a:defRPr>
            </a:pPr>
            <a:r>
              <a:rPr sz="2250">
                <a:solidFill>
                  <a:srgbClr val="302D27"/>
                </a:solidFill>
                <a:latin typeface="Arial"/>
                <a:ea typeface="Arial"/>
                <a:cs typeface="Arial"/>
              </a:rPr>
              <a:t>Student</a:t>
            </a:r>
          </a:p>
        </p:txBody>
      </p:sp>
      <p:sp>
        <p:nvSpPr>
          <p:cNvPr id="7" name="">
            <a:extLst xmlns:a="http://schemas.openxmlformats.org/drawingml/2006/main">
              <a:ext uri="{FF2B5EF4-FFF2-40B4-BE49-F238E27FC236}">
                <a16:creationId xmlns:a16="http://schemas.microsoft.com/office/drawing/2014/main" id="{58256C5E-A43F-4CB2-A9CD-F64F7AEF59F0}"/>
              </a:ext>
            </a:extLst>
          </p:cNvPr>
          <p:cNvSpPr>
            <a:spLocks xmlns:a="http://schemas.openxmlformats.org/drawingml/2006/main" noGrp="1"/>
          </p:cNvSpPr>
          <p:nvPr/>
        </p:nvSpPr>
        <p:spPr>
          <a:xfrm xmlns:a="http://schemas.openxmlformats.org/drawingml/2006/main">
            <a:off x="11620500" y="1943100"/>
            <a:ext cx="2809875" cy="12001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250">
                <a:solidFill>
                  <a:srgbClr val="302D27"/>
                </a:solidFill>
                <a:latin typeface="Arial"/>
                <a:ea typeface="Arial"/>
                <a:cs typeface="Arial"/>
              </a:defRPr>
            </a:pPr>
            <a:r>
              <a:rPr sz="2250">
                <a:solidFill>
                  <a:srgbClr val="302D27"/>
                </a:solidFill>
                <a:latin typeface="Arial"/>
                <a:ea typeface="Arial"/>
                <a:cs typeface="Arial"/>
              </a:rPr>
              <a:t>Admin</a:t>
            </a:r>
          </a:p>
        </p:txBody>
      </p:sp>
      <p:sp>
        <p:nvSpPr>
          <p:cNvPr id="8" name="">
            <a:extLst xmlns:a="http://schemas.openxmlformats.org/drawingml/2006/main">
              <a:ext uri="{FF2B5EF4-FFF2-40B4-BE49-F238E27FC236}">
                <a16:creationId xmlns:a16="http://schemas.microsoft.com/office/drawing/2014/main" id="{1D9F5E43-7805-4F41-8958-4C0B4E64C95F}"/>
              </a:ext>
            </a:extLst>
          </p:cNvPr>
          <p:cNvSpPr>
            <a:spLocks xmlns:a="http://schemas.openxmlformats.org/drawingml/2006/main" noGrp="1"/>
          </p:cNvSpPr>
          <p:nvPr/>
        </p:nvSpPr>
        <p:spPr>
          <a:xfrm xmlns:a="http://schemas.openxmlformats.org/drawingml/2006/main">
            <a:off x="11620500" y="5686425"/>
            <a:ext cx="2809875" cy="12001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100">
                <a:solidFill>
                  <a:srgbClr val="302D27"/>
                </a:solidFill>
                <a:latin typeface="Arial"/>
                <a:ea typeface="Arial"/>
                <a:cs typeface="Arial"/>
              </a:defRPr>
            </a:pPr>
            <a:r>
              <a:rPr sz="2100">
                <a:solidFill>
                  <a:srgbClr val="302D27"/>
                </a:solidFill>
                <a:latin typeface="Arial"/>
                <a:ea typeface="Arial"/>
                <a:cs typeface="Arial"/>
              </a:rPr>
              <a:t>Maintenance Staff</a:t>
            </a:r>
          </a:p>
        </p:txBody>
      </p:sp>
      <p:sp>
        <p:nvSpPr>
          <p:cNvPr id="9" name="">
            <a:extLst xmlns:a="http://schemas.openxmlformats.org/drawingml/2006/main">
              <a:ext uri="{FF2B5EF4-FFF2-40B4-BE49-F238E27FC236}">
                <a16:creationId xmlns:a16="http://schemas.microsoft.com/office/drawing/2014/main" id="{F55EE69B-7242-4520-BA5D-58FDD0950DC6}"/>
              </a:ext>
            </a:extLst>
          </p:cNvPr>
          <p:cNvSpPr>
            <a:spLocks xmlns:a="http://schemas.openxmlformats.org/drawingml/2006/main" noGrp="1"/>
          </p:cNvSpPr>
          <p:nvPr/>
        </p:nvSpPr>
        <p:spPr>
          <a:xfrm xmlns:a="http://schemas.openxmlformats.org/drawingml/2006/main">
            <a:off x="3000375" y="3752850"/>
            <a:ext cx="953" cy="953"/>
          </a:xfrm>
          <a:prstGeom xmlns:a="http://schemas.openxmlformats.org/drawingml/2006/main" prst="rect">
            <a:avLst/>
          </a:prstGeom>
          <a:noFill xmlns:a="http://schemas.openxmlformats.org/drawingml/2006/main"/>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CC2E729-8A62-46E1-A6EF-3D27F69644D7}"/>
              </a:ext>
            </a:extLst>
          </p:cNvPr>
          <p:cNvSpPr>
            <a:spLocks xmlns:a="http://schemas.openxmlformats.org/drawingml/2006/main" noGrp="1"/>
          </p:cNvSpPr>
          <p:nvPr/>
        </p:nvSpPr>
        <p:spPr>
          <a:xfrm xmlns:a="http://schemas.openxmlformats.org/drawingml/2006/main">
            <a:off x="5686425" y="37528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44" name=""/>
          <p:cNvCxnSpPr>
            <a:stCxn xmlns:a="http://schemas.openxmlformats.org/drawingml/2006/main" id="9" idx="3"/>
            <a:endCxn xmlns:a="http://schemas.openxmlformats.org/drawingml/2006/main" id="10" idx="1"/>
          </p:cNvCxnSpPr>
          <p:nvPr/>
        </p:nvCxnSpPr>
        <p:spPr>
          <a:xfrm xmlns:a="http://schemas.openxmlformats.org/drawingml/2006/main">
            <a:off x="3001328" y="3753327"/>
            <a:ext cx="26850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2" name="">
            <a:extLst xmlns:a="http://schemas.openxmlformats.org/drawingml/2006/main">
              <a:ext uri="{FF2B5EF4-FFF2-40B4-BE49-F238E27FC236}">
                <a16:creationId xmlns:a16="http://schemas.microsoft.com/office/drawing/2014/main" id="{4159C1FC-D16B-4AD4-92B8-234762097658}"/>
              </a:ext>
            </a:extLst>
          </p:cNvPr>
          <p:cNvSpPr>
            <a:spLocks xmlns:a="http://schemas.openxmlformats.org/drawingml/2006/main" noGrp="1"/>
          </p:cNvSpPr>
          <p:nvPr/>
        </p:nvSpPr>
        <p:spPr>
          <a:xfrm xmlns:a="http://schemas.openxmlformats.org/drawingml/2006/main">
            <a:off x="3114675" y="2895600"/>
            <a:ext cx="2762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Registration, complaint,</a:t>
            </a:r>
          </a:p>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tracking request, feedback</a:t>
            </a:r>
          </a:p>
        </p:txBody>
      </p:sp>
      <p:sp>
        <p:nvSpPr>
          <p:cNvPr id="13" name="">
            <a:extLst xmlns:a="http://schemas.openxmlformats.org/drawingml/2006/main">
              <a:ext uri="{FF2B5EF4-FFF2-40B4-BE49-F238E27FC236}">
                <a16:creationId xmlns:a16="http://schemas.microsoft.com/office/drawing/2014/main" id="{469EB63D-EBA7-478B-9347-D26816E0AB32}"/>
              </a:ext>
            </a:extLst>
          </p:cNvPr>
          <p:cNvSpPr>
            <a:spLocks xmlns:a="http://schemas.openxmlformats.org/drawingml/2006/main" noGrp="1"/>
          </p:cNvSpPr>
          <p:nvPr/>
        </p:nvSpPr>
        <p:spPr>
          <a:xfrm xmlns:a="http://schemas.openxmlformats.org/drawingml/2006/main">
            <a:off x="5686425" y="4476750"/>
            <a:ext cx="953" cy="953"/>
          </a:xfrm>
          <a:prstGeom xmlns:a="http://schemas.openxmlformats.org/drawingml/2006/main" prst="rect">
            <a:avLst/>
          </a:prstGeom>
          <a:noFill xmlns:a="http://schemas.openxmlformats.org/drawingml/2006/main"/>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4966FB6-2E44-472F-9315-F37C27001C27}"/>
              </a:ext>
            </a:extLst>
          </p:cNvPr>
          <p:cNvSpPr>
            <a:spLocks xmlns:a="http://schemas.openxmlformats.org/drawingml/2006/main" noGrp="1"/>
          </p:cNvSpPr>
          <p:nvPr/>
        </p:nvSpPr>
        <p:spPr>
          <a:xfrm xmlns:a="http://schemas.openxmlformats.org/drawingml/2006/main">
            <a:off x="3000375" y="44767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48" name=""/>
          <p:cNvCxnSpPr>
            <a:stCxn xmlns:a="http://schemas.openxmlformats.org/drawingml/2006/main" id="13" idx="3"/>
            <a:endCxn xmlns:a="http://schemas.openxmlformats.org/drawingml/2006/main" id="14" idx="1"/>
          </p:cNvCxnSpPr>
          <p:nvPr/>
        </p:nvCxnSpPr>
        <p:spPr>
          <a:xfrm xmlns:a="http://schemas.openxmlformats.org/drawingml/2006/main" flipH="1">
            <a:off x="3000375" y="4477227"/>
            <a:ext cx="26870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6" name="">
            <a:extLst xmlns:a="http://schemas.openxmlformats.org/drawingml/2006/main">
              <a:ext uri="{FF2B5EF4-FFF2-40B4-BE49-F238E27FC236}">
                <a16:creationId xmlns:a16="http://schemas.microsoft.com/office/drawing/2014/main" id="{2F60060F-3CF9-4CC6-9D07-7965D6CA535A}"/>
              </a:ext>
            </a:extLst>
          </p:cNvPr>
          <p:cNvSpPr>
            <a:spLocks xmlns:a="http://schemas.openxmlformats.org/drawingml/2006/main" noGrp="1"/>
          </p:cNvSpPr>
          <p:nvPr/>
        </p:nvSpPr>
        <p:spPr>
          <a:xfrm xmlns:a="http://schemas.openxmlformats.org/drawingml/2006/main">
            <a:off x="3143250" y="4667250"/>
            <a:ext cx="26955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Login result, complaint ID,</a:t>
            </a:r>
          </a:p>
          <a:p xmlns:a="http://schemas.openxmlformats.org/drawingml/2006/main">
            <a:pPr algn="l">
              <a:defRPr sz="1650" b="0">
                <a:solidFill>
                  <a:srgbClr val="302D27"/>
                </a:solidFill>
                <a:latin typeface="Arial"/>
                <a:ea typeface="Arial"/>
                <a:cs typeface="Arial"/>
              </a:defRPr>
            </a:pPr>
            <a:r>
              <a:rPr sz="1650" b="0">
                <a:solidFill>
                  <a:srgbClr val="302D27"/>
                </a:solidFill>
                <a:latin typeface="Arial"/>
                <a:ea typeface="Arial"/>
                <a:cs typeface="Arial"/>
              </a:rPr>
              <a:t>status, notifications</a:t>
            </a:r>
          </a:p>
        </p:txBody>
      </p:sp>
      <p:sp>
        <p:nvSpPr>
          <p:cNvPr id="17" name="">
            <a:extLst xmlns:a="http://schemas.openxmlformats.org/drawingml/2006/main">
              <a:ext uri="{FF2B5EF4-FFF2-40B4-BE49-F238E27FC236}">
                <a16:creationId xmlns:a16="http://schemas.microsoft.com/office/drawing/2014/main" id="{5968685A-C379-4B7F-A12A-12B3C96F46B1}"/>
              </a:ext>
            </a:extLst>
          </p:cNvPr>
          <p:cNvSpPr>
            <a:spLocks xmlns:a="http://schemas.openxmlformats.org/drawingml/2006/main" noGrp="1"/>
          </p:cNvSpPr>
          <p:nvPr/>
        </p:nvSpPr>
        <p:spPr>
          <a:xfrm xmlns:a="http://schemas.openxmlformats.org/drawingml/2006/main">
            <a:off x="11620500" y="2647950"/>
            <a:ext cx="953" cy="953"/>
          </a:xfrm>
          <a:prstGeom xmlns:a="http://schemas.openxmlformats.org/drawingml/2006/main" prst="rect">
            <a:avLst/>
          </a:prstGeom>
          <a:noFill xmlns:a="http://schemas.openxmlformats.org/drawingml/2006/main"/>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A9F87F1-6509-4FE4-A4D9-BD6CDC168F4D}"/>
              </a:ext>
            </a:extLst>
          </p:cNvPr>
          <p:cNvSpPr>
            <a:spLocks xmlns:a="http://schemas.openxmlformats.org/drawingml/2006/main" noGrp="1"/>
          </p:cNvSpPr>
          <p:nvPr/>
        </p:nvSpPr>
        <p:spPr>
          <a:xfrm xmlns:a="http://schemas.openxmlformats.org/drawingml/2006/main">
            <a:off x="9172575" y="33337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52" name=""/>
          <p:cNvCxnSpPr>
            <a:stCxn xmlns:a="http://schemas.openxmlformats.org/drawingml/2006/main" id="17" idx="3"/>
            <a:endCxn xmlns:a="http://schemas.openxmlformats.org/drawingml/2006/main" id="18" idx="1"/>
          </p:cNvCxnSpPr>
          <p:nvPr/>
        </p:nvCxnSpPr>
        <p:spPr>
          <a:xfrm xmlns:a="http://schemas.openxmlformats.org/drawingml/2006/main" flipH="1">
            <a:off x="9172575" y="2648427"/>
            <a:ext cx="2448878" cy="68580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0" name="">
            <a:extLst xmlns:a="http://schemas.openxmlformats.org/drawingml/2006/main">
              <a:ext uri="{FF2B5EF4-FFF2-40B4-BE49-F238E27FC236}">
                <a16:creationId xmlns:a16="http://schemas.microsoft.com/office/drawing/2014/main" id="{D55159E8-6441-406D-A569-E6E4BA2490A5}"/>
              </a:ext>
            </a:extLst>
          </p:cNvPr>
          <p:cNvSpPr>
            <a:spLocks xmlns:a="http://schemas.openxmlformats.org/drawingml/2006/main" noGrp="1"/>
          </p:cNvSpPr>
          <p:nvPr/>
        </p:nvSpPr>
        <p:spPr>
          <a:xfrm xmlns:a="http://schemas.openxmlformats.org/drawingml/2006/main">
            <a:off x="8191500" y="1981200"/>
            <a:ext cx="33813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Credentials, priority,</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assignment, report request</a:t>
            </a:r>
          </a:p>
        </p:txBody>
      </p:sp>
      <p:sp>
        <p:nvSpPr>
          <p:cNvPr id="21" name="">
            <a:extLst xmlns:a="http://schemas.openxmlformats.org/drawingml/2006/main">
              <a:ext uri="{FF2B5EF4-FFF2-40B4-BE49-F238E27FC236}">
                <a16:creationId xmlns:a16="http://schemas.microsoft.com/office/drawing/2014/main" id="{B7242A74-A736-4991-ADE3-00E9CD9AB94E}"/>
              </a:ext>
            </a:extLst>
          </p:cNvPr>
          <p:cNvSpPr>
            <a:spLocks xmlns:a="http://schemas.openxmlformats.org/drawingml/2006/main" noGrp="1"/>
          </p:cNvSpPr>
          <p:nvPr/>
        </p:nvSpPr>
        <p:spPr>
          <a:xfrm xmlns:a="http://schemas.openxmlformats.org/drawingml/2006/main">
            <a:off x="9620250" y="3905250"/>
            <a:ext cx="953" cy="953"/>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47640CD5-227D-4134-AF30-2CFBCC1D52FB}"/>
              </a:ext>
            </a:extLst>
          </p:cNvPr>
          <p:cNvSpPr>
            <a:spLocks xmlns:a="http://schemas.openxmlformats.org/drawingml/2006/main" noGrp="1"/>
          </p:cNvSpPr>
          <p:nvPr/>
        </p:nvSpPr>
        <p:spPr>
          <a:xfrm xmlns:a="http://schemas.openxmlformats.org/drawingml/2006/main">
            <a:off x="11620500" y="31432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56" name=""/>
          <p:cNvCxnSpPr>
            <a:stCxn xmlns:a="http://schemas.openxmlformats.org/drawingml/2006/main" id="21" idx="3"/>
            <a:endCxn xmlns:a="http://schemas.openxmlformats.org/drawingml/2006/main" id="22" idx="1"/>
          </p:cNvCxnSpPr>
          <p:nvPr/>
        </p:nvCxnSpPr>
        <p:spPr>
          <a:xfrm xmlns:a="http://schemas.openxmlformats.org/drawingml/2006/main" flipV="1">
            <a:off x="9621203" y="3143727"/>
            <a:ext cx="1999297" cy="76200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4" name="">
            <a:extLst xmlns:a="http://schemas.openxmlformats.org/drawingml/2006/main">
              <a:ext uri="{FF2B5EF4-FFF2-40B4-BE49-F238E27FC236}">
                <a16:creationId xmlns:a16="http://schemas.microsoft.com/office/drawing/2014/main" id="{3FB18923-70AC-4804-B8B7-65424461A254}"/>
              </a:ext>
            </a:extLst>
          </p:cNvPr>
          <p:cNvSpPr>
            <a:spLocks xmlns:a="http://schemas.openxmlformats.org/drawingml/2006/main" noGrp="1"/>
          </p:cNvSpPr>
          <p:nvPr/>
        </p:nvSpPr>
        <p:spPr>
          <a:xfrm xmlns:a="http://schemas.openxmlformats.org/drawingml/2006/main">
            <a:off x="10287000" y="3609975"/>
            <a:ext cx="4095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Login result, complaint list,</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reports, notifications</a:t>
            </a:r>
          </a:p>
        </p:txBody>
      </p:sp>
      <p:sp>
        <p:nvSpPr>
          <p:cNvPr id="25" name="">
            <a:extLst xmlns:a="http://schemas.openxmlformats.org/drawingml/2006/main">
              <a:ext uri="{FF2B5EF4-FFF2-40B4-BE49-F238E27FC236}">
                <a16:creationId xmlns:a16="http://schemas.microsoft.com/office/drawing/2014/main" id="{943D0B37-C439-47E6-9E34-4B9E7EFC98AA}"/>
              </a:ext>
            </a:extLst>
          </p:cNvPr>
          <p:cNvSpPr>
            <a:spLocks xmlns:a="http://schemas.openxmlformats.org/drawingml/2006/main" noGrp="1"/>
          </p:cNvSpPr>
          <p:nvPr/>
        </p:nvSpPr>
        <p:spPr>
          <a:xfrm xmlns:a="http://schemas.openxmlformats.org/drawingml/2006/main">
            <a:off x="11620500" y="5934075"/>
            <a:ext cx="953" cy="953"/>
          </a:xfrm>
          <a:prstGeom xmlns:a="http://schemas.openxmlformats.org/drawingml/2006/main" prst="rect">
            <a:avLst/>
          </a:prstGeom>
          <a:noFill xmlns:a="http://schemas.openxmlformats.org/drawingml/2006/main"/>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AB82BA0-25DB-4BE8-8CCF-8929288C082B}"/>
              </a:ext>
            </a:extLst>
          </p:cNvPr>
          <p:cNvSpPr>
            <a:spLocks xmlns:a="http://schemas.openxmlformats.org/drawingml/2006/main" noGrp="1"/>
          </p:cNvSpPr>
          <p:nvPr/>
        </p:nvSpPr>
        <p:spPr>
          <a:xfrm xmlns:a="http://schemas.openxmlformats.org/drawingml/2006/main">
            <a:off x="9620250" y="50387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60" name=""/>
          <p:cNvCxnSpPr>
            <a:stCxn xmlns:a="http://schemas.openxmlformats.org/drawingml/2006/main" id="25" idx="3"/>
            <a:endCxn xmlns:a="http://schemas.openxmlformats.org/drawingml/2006/main" id="26" idx="1"/>
          </p:cNvCxnSpPr>
          <p:nvPr/>
        </p:nvCxnSpPr>
        <p:spPr>
          <a:xfrm xmlns:a="http://schemas.openxmlformats.org/drawingml/2006/main" flipH="1" flipV="1">
            <a:off x="9620250" y="5039202"/>
            <a:ext cx="2001203" cy="89535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8" name="">
            <a:extLst xmlns:a="http://schemas.openxmlformats.org/drawingml/2006/main">
              <a:ext uri="{FF2B5EF4-FFF2-40B4-BE49-F238E27FC236}">
                <a16:creationId xmlns:a16="http://schemas.microsoft.com/office/drawing/2014/main" id="{204AC217-5A15-4AD0-9FC3-D44133CED334}"/>
              </a:ext>
            </a:extLst>
          </p:cNvPr>
          <p:cNvSpPr>
            <a:spLocks xmlns:a="http://schemas.openxmlformats.org/drawingml/2006/main" noGrp="1"/>
          </p:cNvSpPr>
          <p:nvPr/>
        </p:nvSpPr>
        <p:spPr>
          <a:xfrm xmlns:a="http://schemas.openxmlformats.org/drawingml/2006/main">
            <a:off x="10572750" y="4581525"/>
            <a:ext cx="4000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Credentials, work request,</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status updates</a:t>
            </a:r>
          </a:p>
        </p:txBody>
      </p:sp>
      <p:sp>
        <p:nvSpPr>
          <p:cNvPr id="29" name="">
            <a:extLst xmlns:a="http://schemas.openxmlformats.org/drawingml/2006/main">
              <a:ext uri="{FF2B5EF4-FFF2-40B4-BE49-F238E27FC236}">
                <a16:creationId xmlns:a16="http://schemas.microsoft.com/office/drawing/2014/main" id="{8CBB3724-D581-4A14-A192-0FCAE9AEA177}"/>
              </a:ext>
            </a:extLst>
          </p:cNvPr>
          <p:cNvSpPr>
            <a:spLocks xmlns:a="http://schemas.openxmlformats.org/drawingml/2006/main" noGrp="1"/>
          </p:cNvSpPr>
          <p:nvPr/>
        </p:nvSpPr>
        <p:spPr>
          <a:xfrm xmlns:a="http://schemas.openxmlformats.org/drawingml/2006/main">
            <a:off x="9144000" y="5400675"/>
            <a:ext cx="953" cy="953"/>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1DC9F3E-EF8A-4A16-A9BB-E380490C66B8}"/>
              </a:ext>
            </a:extLst>
          </p:cNvPr>
          <p:cNvSpPr>
            <a:spLocks xmlns:a="http://schemas.openxmlformats.org/drawingml/2006/main" noGrp="1"/>
          </p:cNvSpPr>
          <p:nvPr/>
        </p:nvSpPr>
        <p:spPr>
          <a:xfrm xmlns:a="http://schemas.openxmlformats.org/drawingml/2006/main">
            <a:off x="11620500" y="66103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64" name=""/>
          <p:cNvCxnSpPr>
            <a:stCxn xmlns:a="http://schemas.openxmlformats.org/drawingml/2006/main" id="29" idx="3"/>
            <a:endCxn xmlns:a="http://schemas.openxmlformats.org/drawingml/2006/main" id="30" idx="1"/>
          </p:cNvCxnSpPr>
          <p:nvPr/>
        </p:nvCxnSpPr>
        <p:spPr>
          <a:xfrm xmlns:a="http://schemas.openxmlformats.org/drawingml/2006/main">
            <a:off x="9144953" y="5401152"/>
            <a:ext cx="2475547" cy="1209675"/>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2" name="">
            <a:extLst xmlns:a="http://schemas.openxmlformats.org/drawingml/2006/main">
              <a:ext uri="{FF2B5EF4-FFF2-40B4-BE49-F238E27FC236}">
                <a16:creationId xmlns:a16="http://schemas.microsoft.com/office/drawing/2014/main" id="{330C5A03-6DBC-44C8-B0B6-1EF67B44F0C2}"/>
              </a:ext>
            </a:extLst>
          </p:cNvPr>
          <p:cNvSpPr>
            <a:spLocks xmlns:a="http://schemas.openxmlformats.org/drawingml/2006/main" noGrp="1"/>
          </p:cNvSpPr>
          <p:nvPr/>
        </p:nvSpPr>
        <p:spPr>
          <a:xfrm xmlns:a="http://schemas.openxmlformats.org/drawingml/2006/main">
            <a:off x="9029700" y="6772275"/>
            <a:ext cx="4000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Login result, assigned jobs,</a:t>
            </a:r>
          </a:p>
          <a:p xmlns:a="http://schemas.openxmlformats.org/drawingml/2006/main">
            <a:pPr algn="l">
              <a:defRPr sz="1575" b="0">
                <a:solidFill>
                  <a:srgbClr val="302D27"/>
                </a:solidFill>
                <a:latin typeface="Arial"/>
                <a:ea typeface="Arial"/>
                <a:cs typeface="Arial"/>
              </a:defRPr>
            </a:pPr>
            <a:r>
              <a:rPr sz="1575" b="0">
                <a:solidFill>
                  <a:srgbClr val="302D27"/>
                </a:solidFill>
                <a:latin typeface="Arial"/>
                <a:ea typeface="Arial"/>
                <a:cs typeface="Arial"/>
              </a:rPr>
              <a:t>notifications</a:t>
            </a:r>
          </a:p>
        </p:txBody>
      </p:sp>
      <p:sp>
        <p:nvSpPr>
          <p:cNvPr id="33" name="">
            <a:extLst xmlns:a="http://schemas.openxmlformats.org/drawingml/2006/main">
              <a:ext uri="{FF2B5EF4-FFF2-40B4-BE49-F238E27FC236}">
                <a16:creationId xmlns:a16="http://schemas.microsoft.com/office/drawing/2014/main" id="{0B8927B3-3607-4483-B1FE-CD7DB03A258E}"/>
              </a:ext>
            </a:extLst>
          </p:cNvPr>
          <p:cNvSpPr>
            <a:spLocks xmlns:a="http://schemas.openxmlformats.org/drawingml/2006/main" noGrp="1"/>
          </p:cNvSpPr>
          <p:nvPr/>
        </p:nvSpPr>
        <p:spPr>
          <a:xfrm xmlns:a="http://schemas.openxmlformats.org/drawingml/2006/main">
            <a:off x="619125" y="7486650"/>
            <a:ext cx="14001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2695C"/>
                </a:solidFill>
                <a:latin typeface="Arial"/>
                <a:ea typeface="Arial"/>
                <a:cs typeface="Arial"/>
              </a:defRPr>
            </a:pPr>
            <a:r>
              <a:rPr sz="1725" b="0">
                <a:solidFill>
                  <a:srgbClr val="72695C"/>
                </a:solidFill>
                <a:latin typeface="Arial"/>
                <a:ea typeface="Arial"/>
                <a:cs typeface="Arial"/>
              </a:rPr>
              <a:t>The context diagram shows the system boundary. Internal processes and data stores appear at Level 1.</a:t>
            </a:r>
          </a:p>
        </p:txBody>
      </p:sp>
    </p:spTree>
    <p:extLst>
      <p:ext uri="{BB962C8B-B14F-4D97-AF65-F5344CB8AC3E}">
        <p14:creationId xmlns:p14="http://schemas.microsoft.com/office/powerpoint/2010/main" val="968086337"/>
      </p:ext>
    </p:extLst>
  </p:cSld>
</p:sld>
</file>

<file path=ppt/slides/slide6.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109" name="">
            <a:extLst xmlns:a="http://schemas.openxmlformats.org/drawingml/2006/main">
              <a:ext uri="{FF2B5EF4-FFF2-40B4-BE49-F238E27FC236}">
                <a16:creationId xmlns:a16="http://schemas.microsoft.com/office/drawing/2014/main" id="{58DA4613-4F5D-4C2F-AB75-EFD9CEB02798}"/>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DFD Level 1: internal data flow</a:t>
            </a:r>
          </a:p>
        </p:txBody>
      </p:sp>
      <p:sp>
        <p:nvSpPr>
          <p:cNvPr id="2" name="">
            <a:extLst xmlns:a="http://schemas.openxmlformats.org/drawingml/2006/main">
              <a:ext uri="{FF2B5EF4-FFF2-40B4-BE49-F238E27FC236}">
                <a16:creationId xmlns:a16="http://schemas.microsoft.com/office/drawing/2014/main" id="{D89C87B6-375C-4E3F-AFCA-C662B2B738BF}"/>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Five processes manage the information behind each complaint.</a:t>
            </a:r>
          </a:p>
        </p:txBody>
      </p:sp>
      <p:sp>
        <p:nvSpPr>
          <p:cNvPr id="3" name="">
            <a:extLst xmlns:a="http://schemas.openxmlformats.org/drawingml/2006/main">
              <a:ext uri="{FF2B5EF4-FFF2-40B4-BE49-F238E27FC236}">
                <a16:creationId xmlns:a16="http://schemas.microsoft.com/office/drawing/2014/main" id="{15CF5FB2-BBE1-406B-9DB1-4DF4D987B93C}"/>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3937F8DB-7CFF-4DE6-BB26-09F972F1DC9D}"/>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06</a:t>
            </a:r>
          </a:p>
        </p:txBody>
      </p:sp>
      <p:sp>
        <p:nvSpPr>
          <p:cNvPr id="5" name="">
            <a:extLst xmlns:a="http://schemas.openxmlformats.org/drawingml/2006/main">
              <a:ext uri="{FF2B5EF4-FFF2-40B4-BE49-F238E27FC236}">
                <a16:creationId xmlns:a16="http://schemas.microsoft.com/office/drawing/2014/main" id="{4C57AED2-009D-460E-B0AE-F0A750256E38}"/>
              </a:ext>
            </a:extLst>
          </p:cNvPr>
          <p:cNvSpPr>
            <a:spLocks xmlns:a="http://schemas.openxmlformats.org/drawingml/2006/main" noGrp="1"/>
          </p:cNvSpPr>
          <p:nvPr/>
        </p:nvSpPr>
        <p:spPr>
          <a:xfrm xmlns:a="http://schemas.openxmlformats.org/drawingml/2006/main">
            <a:off x="619125" y="1790700"/>
            <a:ext cx="285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72695C"/>
                </a:solidFill>
                <a:latin typeface="Arial"/>
                <a:ea typeface="Arial"/>
                <a:cs typeface="Arial"/>
              </a:defRPr>
            </a:pPr>
            <a:r>
              <a:rPr sz="1425" b="1">
                <a:solidFill>
                  <a:srgbClr val="72695C"/>
                </a:solidFill>
                <a:latin typeface="Arial"/>
                <a:ea typeface="Arial"/>
                <a:cs typeface="Arial"/>
              </a:rPr>
              <a:t>EXTERNAL ENTITY</a:t>
            </a:r>
          </a:p>
        </p:txBody>
      </p:sp>
      <p:sp>
        <p:nvSpPr>
          <p:cNvPr id="6" name="">
            <a:extLst xmlns:a="http://schemas.openxmlformats.org/drawingml/2006/main">
              <a:ext uri="{FF2B5EF4-FFF2-40B4-BE49-F238E27FC236}">
                <a16:creationId xmlns:a16="http://schemas.microsoft.com/office/drawing/2014/main" id="{861BF940-587E-4404-8443-C84F71E17827}"/>
              </a:ext>
            </a:extLst>
          </p:cNvPr>
          <p:cNvSpPr>
            <a:spLocks xmlns:a="http://schemas.openxmlformats.org/drawingml/2006/main" noGrp="1"/>
          </p:cNvSpPr>
          <p:nvPr/>
        </p:nvSpPr>
        <p:spPr>
          <a:xfrm xmlns:a="http://schemas.openxmlformats.org/drawingml/2006/main">
            <a:off x="5286375" y="179070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72695C"/>
                </a:solidFill>
                <a:latin typeface="Arial"/>
                <a:ea typeface="Arial"/>
                <a:cs typeface="Arial"/>
              </a:defRPr>
            </a:pPr>
            <a:r>
              <a:rPr sz="1425" b="1">
                <a:solidFill>
                  <a:srgbClr val="72695C"/>
                </a:solidFill>
                <a:latin typeface="Arial"/>
                <a:ea typeface="Arial"/>
                <a:cs typeface="Arial"/>
              </a:rPr>
              <a:t>PROCESS</a:t>
            </a:r>
          </a:p>
        </p:txBody>
      </p:sp>
      <p:sp>
        <p:nvSpPr>
          <p:cNvPr id="7" name="">
            <a:extLst xmlns:a="http://schemas.openxmlformats.org/drawingml/2006/main">
              <a:ext uri="{FF2B5EF4-FFF2-40B4-BE49-F238E27FC236}">
                <a16:creationId xmlns:a16="http://schemas.microsoft.com/office/drawing/2014/main" id="{3D7E05F8-83F9-417A-8E68-00BDB6304961}"/>
              </a:ext>
            </a:extLst>
          </p:cNvPr>
          <p:cNvSpPr>
            <a:spLocks xmlns:a="http://schemas.openxmlformats.org/drawingml/2006/main" noGrp="1"/>
          </p:cNvSpPr>
          <p:nvPr/>
        </p:nvSpPr>
        <p:spPr>
          <a:xfrm xmlns:a="http://schemas.openxmlformats.org/drawingml/2006/main">
            <a:off x="11239500" y="1790700"/>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425" b="1">
                <a:solidFill>
                  <a:srgbClr val="72695C"/>
                </a:solidFill>
                <a:latin typeface="Arial"/>
                <a:ea typeface="Arial"/>
                <a:cs typeface="Arial"/>
              </a:defRPr>
            </a:pPr>
            <a:r>
              <a:rPr sz="1425" b="1">
                <a:solidFill>
                  <a:srgbClr val="72695C"/>
                </a:solidFill>
                <a:latin typeface="Arial"/>
                <a:ea typeface="Arial"/>
                <a:cs typeface="Arial"/>
              </a:rPr>
              <a:t>DATA STORE</a:t>
            </a:r>
          </a:p>
        </p:txBody>
      </p:sp>
      <p:sp>
        <p:nvSpPr>
          <p:cNvPr id="8" name="">
            <a:extLst xmlns:a="http://schemas.openxmlformats.org/drawingml/2006/main">
              <a:ext uri="{FF2B5EF4-FFF2-40B4-BE49-F238E27FC236}">
                <a16:creationId xmlns:a16="http://schemas.microsoft.com/office/drawing/2014/main" id="{D42B57F5-C4D8-4CF1-BF9C-5C163F630094}"/>
              </a:ext>
            </a:extLst>
          </p:cNvPr>
          <p:cNvSpPr>
            <a:spLocks xmlns:a="http://schemas.openxmlformats.org/drawingml/2006/main" noGrp="1"/>
          </p:cNvSpPr>
          <p:nvPr/>
        </p:nvSpPr>
        <p:spPr>
          <a:xfrm xmlns:a="http://schemas.openxmlformats.org/drawingml/2006/main">
            <a:off x="619125" y="2371725"/>
            <a:ext cx="2667000"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Student / Admin / Staff</a:t>
            </a:r>
          </a:p>
        </p:txBody>
      </p:sp>
      <p:sp>
        <p:nvSpPr>
          <p:cNvPr id="9" name="">
            <a:extLst xmlns:a="http://schemas.openxmlformats.org/drawingml/2006/main">
              <a:ext uri="{FF2B5EF4-FFF2-40B4-BE49-F238E27FC236}">
                <a16:creationId xmlns:a16="http://schemas.microsoft.com/office/drawing/2014/main" id="{B66D9CD4-5A6C-4D16-A857-A7622E352B46}"/>
              </a:ext>
            </a:extLst>
          </p:cNvPr>
          <p:cNvSpPr>
            <a:spLocks xmlns:a="http://schemas.openxmlformats.org/drawingml/2006/main" noGrp="1"/>
          </p:cNvSpPr>
          <p:nvPr/>
        </p:nvSpPr>
        <p:spPr>
          <a:xfrm xmlns:a="http://schemas.openxmlformats.org/drawingml/2006/main">
            <a:off x="5905500" y="2371725"/>
            <a:ext cx="3429000" cy="647700"/>
          </a:xfrm>
          <a:prstGeom xmlns:a="http://schemas.openxmlformats.org/drawingml/2006/main" prst="roundRect">
            <a:avLst>
              <a:gd name="adj" fmla="val 11765"/>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1.0 User Management</a:t>
            </a:r>
          </a:p>
        </p:txBody>
      </p:sp>
      <p:sp>
        <p:nvSpPr>
          <p:cNvPr id="10" name="">
            <a:extLst xmlns:a="http://schemas.openxmlformats.org/drawingml/2006/main">
              <a:ext uri="{FF2B5EF4-FFF2-40B4-BE49-F238E27FC236}">
                <a16:creationId xmlns:a16="http://schemas.microsoft.com/office/drawing/2014/main" id="{7462DDCF-E799-4AC3-B662-3ADB05785F5D}"/>
              </a:ext>
            </a:extLst>
          </p:cNvPr>
          <p:cNvSpPr>
            <a:spLocks xmlns:a="http://schemas.openxmlformats.org/drawingml/2006/main" noGrp="1"/>
          </p:cNvSpPr>
          <p:nvPr/>
        </p:nvSpPr>
        <p:spPr>
          <a:xfrm xmlns:a="http://schemas.openxmlformats.org/drawingml/2006/main">
            <a:off x="11715750" y="2371725"/>
            <a:ext cx="2809875"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D1  Users</a:t>
            </a:r>
          </a:p>
        </p:txBody>
      </p:sp>
      <p:sp>
        <p:nvSpPr>
          <p:cNvPr id="11" name="">
            <a:extLst xmlns:a="http://schemas.openxmlformats.org/drawingml/2006/main">
              <a:ext uri="{FF2B5EF4-FFF2-40B4-BE49-F238E27FC236}">
                <a16:creationId xmlns:a16="http://schemas.microsoft.com/office/drawing/2014/main" id="{6C29C3A7-76F0-4B2A-94FD-C60C141D5AAB}"/>
              </a:ext>
            </a:extLst>
          </p:cNvPr>
          <p:cNvSpPr>
            <a:spLocks xmlns:a="http://schemas.openxmlformats.org/drawingml/2006/main" noGrp="1"/>
          </p:cNvSpPr>
          <p:nvPr/>
        </p:nvSpPr>
        <p:spPr>
          <a:xfrm xmlns:a="http://schemas.openxmlformats.org/drawingml/2006/main" flipV="0">
            <a:off x="11906250" y="2371725"/>
            <a:ext cx="95" cy="647700"/>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12" name="">
            <a:extLst xmlns:a="http://schemas.openxmlformats.org/drawingml/2006/main">
              <a:ext uri="{FF2B5EF4-FFF2-40B4-BE49-F238E27FC236}">
                <a16:creationId xmlns:a16="http://schemas.microsoft.com/office/drawing/2014/main" id="{08864E33-60BA-4E51-876C-F12440F1C553}"/>
              </a:ext>
            </a:extLst>
          </p:cNvPr>
          <p:cNvSpPr>
            <a:spLocks xmlns:a="http://schemas.openxmlformats.org/drawingml/2006/main" noGrp="1"/>
          </p:cNvSpPr>
          <p:nvPr/>
        </p:nvSpPr>
        <p:spPr>
          <a:xfrm xmlns:a="http://schemas.openxmlformats.org/drawingml/2006/main">
            <a:off x="3286125" y="2533650"/>
            <a:ext cx="953" cy="953"/>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1164F7C-DA06-4398-89E2-78A6DF01E040}"/>
              </a:ext>
            </a:extLst>
          </p:cNvPr>
          <p:cNvSpPr>
            <a:spLocks xmlns:a="http://schemas.openxmlformats.org/drawingml/2006/main" noGrp="1"/>
          </p:cNvSpPr>
          <p:nvPr/>
        </p:nvSpPr>
        <p:spPr>
          <a:xfrm xmlns:a="http://schemas.openxmlformats.org/drawingml/2006/main">
            <a:off x="5905500" y="2533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2" name=""/>
          <p:cNvCxnSpPr>
            <a:stCxn xmlns:a="http://schemas.openxmlformats.org/drawingml/2006/main" id="12" idx="3"/>
            <a:endCxn xmlns:a="http://schemas.openxmlformats.org/drawingml/2006/main" id="13" idx="1"/>
          </p:cNvCxnSpPr>
          <p:nvPr/>
        </p:nvCxnSpPr>
        <p:spPr>
          <a:xfrm xmlns:a="http://schemas.openxmlformats.org/drawingml/2006/main">
            <a:off x="3287078" y="2534127"/>
            <a:ext cx="26184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5" name="">
            <a:extLst xmlns:a="http://schemas.openxmlformats.org/drawingml/2006/main">
              <a:ext uri="{FF2B5EF4-FFF2-40B4-BE49-F238E27FC236}">
                <a16:creationId xmlns:a16="http://schemas.microsoft.com/office/drawing/2014/main" id="{D75D412A-7DC7-451E-AFD7-638E542647AA}"/>
              </a:ext>
            </a:extLst>
          </p:cNvPr>
          <p:cNvSpPr>
            <a:spLocks xmlns:a="http://schemas.openxmlformats.org/drawingml/2006/main" noGrp="1"/>
          </p:cNvSpPr>
          <p:nvPr/>
        </p:nvSpPr>
        <p:spPr>
          <a:xfrm xmlns:a="http://schemas.openxmlformats.org/drawingml/2006/main">
            <a:off x="3362325" y="2219325"/>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Credentials / profile</a:t>
            </a:r>
          </a:p>
        </p:txBody>
      </p:sp>
      <p:sp>
        <p:nvSpPr>
          <p:cNvPr id="16" name="">
            <a:extLst xmlns:a="http://schemas.openxmlformats.org/drawingml/2006/main">
              <a:ext uri="{FF2B5EF4-FFF2-40B4-BE49-F238E27FC236}">
                <a16:creationId xmlns:a16="http://schemas.microsoft.com/office/drawing/2014/main" id="{9B3E8906-15D7-4334-AE4A-65EAE8C62017}"/>
              </a:ext>
            </a:extLst>
          </p:cNvPr>
          <p:cNvSpPr>
            <a:spLocks xmlns:a="http://schemas.openxmlformats.org/drawingml/2006/main" noGrp="1"/>
          </p:cNvSpPr>
          <p:nvPr/>
        </p:nvSpPr>
        <p:spPr>
          <a:xfrm xmlns:a="http://schemas.openxmlformats.org/drawingml/2006/main">
            <a:off x="5905500" y="2895600"/>
            <a:ext cx="953" cy="953"/>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6486CCA2-D5CB-41E3-947F-FF7F0369269D}"/>
              </a:ext>
            </a:extLst>
          </p:cNvPr>
          <p:cNvSpPr>
            <a:spLocks xmlns:a="http://schemas.openxmlformats.org/drawingml/2006/main" noGrp="1"/>
          </p:cNvSpPr>
          <p:nvPr/>
        </p:nvSpPr>
        <p:spPr>
          <a:xfrm xmlns:a="http://schemas.openxmlformats.org/drawingml/2006/main">
            <a:off x="3286125" y="28956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26" name=""/>
          <p:cNvCxnSpPr>
            <a:stCxn xmlns:a="http://schemas.openxmlformats.org/drawingml/2006/main" id="16" idx="3"/>
            <a:endCxn xmlns:a="http://schemas.openxmlformats.org/drawingml/2006/main" id="17" idx="1"/>
          </p:cNvCxnSpPr>
          <p:nvPr/>
        </p:nvCxnSpPr>
        <p:spPr>
          <a:xfrm xmlns:a="http://schemas.openxmlformats.org/drawingml/2006/main" flipH="1">
            <a:off x="3286125" y="2896077"/>
            <a:ext cx="2620328"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9" name="">
            <a:extLst xmlns:a="http://schemas.openxmlformats.org/drawingml/2006/main">
              <a:ext uri="{FF2B5EF4-FFF2-40B4-BE49-F238E27FC236}">
                <a16:creationId xmlns:a16="http://schemas.microsoft.com/office/drawing/2014/main" id="{9E3709E7-9C93-4442-96E7-DCF1F2B17F15}"/>
              </a:ext>
            </a:extLst>
          </p:cNvPr>
          <p:cNvSpPr>
            <a:spLocks xmlns:a="http://schemas.openxmlformats.org/drawingml/2006/main" noGrp="1"/>
          </p:cNvSpPr>
          <p:nvPr/>
        </p:nvSpPr>
        <p:spPr>
          <a:xfrm xmlns:a="http://schemas.openxmlformats.org/drawingml/2006/main">
            <a:off x="3333750" y="2933700"/>
            <a:ext cx="2562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Login result</a:t>
            </a:r>
          </a:p>
        </p:txBody>
      </p:sp>
      <p:sp>
        <p:nvSpPr>
          <p:cNvPr id="20" name="">
            <a:extLst xmlns:a="http://schemas.openxmlformats.org/drawingml/2006/main">
              <a:ext uri="{FF2B5EF4-FFF2-40B4-BE49-F238E27FC236}">
                <a16:creationId xmlns:a16="http://schemas.microsoft.com/office/drawing/2014/main" id="{CA869489-95E3-452E-8F8A-EC9DE707FB09}"/>
              </a:ext>
            </a:extLst>
          </p:cNvPr>
          <p:cNvSpPr>
            <a:spLocks xmlns:a="http://schemas.openxmlformats.org/drawingml/2006/main" noGrp="1"/>
          </p:cNvSpPr>
          <p:nvPr/>
        </p:nvSpPr>
        <p:spPr>
          <a:xfrm xmlns:a="http://schemas.openxmlformats.org/drawingml/2006/main">
            <a:off x="9334500" y="2552700"/>
            <a:ext cx="953" cy="953"/>
          </a:xfrm>
          <a:prstGeom xmlns:a="http://schemas.openxmlformats.org/drawingml/2006/main" prst="rect">
            <a:avLst/>
          </a:prstGeom>
          <a:noFill xmlns:a="http://schemas.openxmlformats.org/drawingml/2006/main"/>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249B396-E8DF-43C0-A3ED-D69930666F15}"/>
              </a:ext>
            </a:extLst>
          </p:cNvPr>
          <p:cNvSpPr>
            <a:spLocks xmlns:a="http://schemas.openxmlformats.org/drawingml/2006/main" noGrp="1"/>
          </p:cNvSpPr>
          <p:nvPr/>
        </p:nvSpPr>
        <p:spPr>
          <a:xfrm xmlns:a="http://schemas.openxmlformats.org/drawingml/2006/main">
            <a:off x="11715750" y="2552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0" name=""/>
          <p:cNvCxnSpPr>
            <a:stCxn xmlns:a="http://schemas.openxmlformats.org/drawingml/2006/main" id="20" idx="3"/>
            <a:endCxn xmlns:a="http://schemas.openxmlformats.org/drawingml/2006/main" id="21" idx="1"/>
          </p:cNvCxnSpPr>
          <p:nvPr/>
        </p:nvCxnSpPr>
        <p:spPr>
          <a:xfrm xmlns:a="http://schemas.openxmlformats.org/drawingml/2006/main">
            <a:off x="9335453" y="2553177"/>
            <a:ext cx="2380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3" name="">
            <a:extLst xmlns:a="http://schemas.openxmlformats.org/drawingml/2006/main">
              <a:ext uri="{FF2B5EF4-FFF2-40B4-BE49-F238E27FC236}">
                <a16:creationId xmlns:a16="http://schemas.microsoft.com/office/drawing/2014/main" id="{81582B70-CB99-4719-818E-5AD55BF84CF7}"/>
              </a:ext>
            </a:extLst>
          </p:cNvPr>
          <p:cNvSpPr>
            <a:spLocks xmlns:a="http://schemas.openxmlformats.org/drawingml/2006/main" noGrp="1"/>
          </p:cNvSpPr>
          <p:nvPr/>
        </p:nvSpPr>
        <p:spPr>
          <a:xfrm xmlns:a="http://schemas.openxmlformats.org/drawingml/2006/main">
            <a:off x="11715750" y="2895600"/>
            <a:ext cx="953" cy="953"/>
          </a:xfrm>
          <a:prstGeom xmlns:a="http://schemas.openxmlformats.org/drawingml/2006/main" prst="rect">
            <a:avLst/>
          </a:prstGeom>
          <a:noFill xmlns:a="http://schemas.openxmlformats.org/drawingml/2006/main"/>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FBD007A-8AA6-4C8A-BB0B-FB8E39F19654}"/>
              </a:ext>
            </a:extLst>
          </p:cNvPr>
          <p:cNvSpPr>
            <a:spLocks xmlns:a="http://schemas.openxmlformats.org/drawingml/2006/main" noGrp="1"/>
          </p:cNvSpPr>
          <p:nvPr/>
        </p:nvSpPr>
        <p:spPr>
          <a:xfrm xmlns:a="http://schemas.openxmlformats.org/drawingml/2006/main">
            <a:off x="9334500" y="28956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33" name=""/>
          <p:cNvCxnSpPr>
            <a:stCxn xmlns:a="http://schemas.openxmlformats.org/drawingml/2006/main" id="23" idx="3"/>
            <a:endCxn xmlns:a="http://schemas.openxmlformats.org/drawingml/2006/main" id="24" idx="1"/>
          </p:cNvCxnSpPr>
          <p:nvPr/>
        </p:nvCxnSpPr>
        <p:spPr>
          <a:xfrm xmlns:a="http://schemas.openxmlformats.org/drawingml/2006/main" flipH="1">
            <a:off x="9334500" y="2896077"/>
            <a:ext cx="23822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26" name="">
            <a:extLst xmlns:a="http://schemas.openxmlformats.org/drawingml/2006/main">
              <a:ext uri="{FF2B5EF4-FFF2-40B4-BE49-F238E27FC236}">
                <a16:creationId xmlns:a16="http://schemas.microsoft.com/office/drawing/2014/main" id="{DF111577-2840-473A-A8CC-B40013BBC30F}"/>
              </a:ext>
            </a:extLst>
          </p:cNvPr>
          <p:cNvSpPr>
            <a:spLocks xmlns:a="http://schemas.openxmlformats.org/drawingml/2006/main" noGrp="1"/>
          </p:cNvSpPr>
          <p:nvPr/>
        </p:nvSpPr>
        <p:spPr>
          <a:xfrm xmlns:a="http://schemas.openxmlformats.org/drawingml/2006/main">
            <a:off x="9458325" y="2228850"/>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Account record</a:t>
            </a:r>
          </a:p>
        </p:txBody>
      </p:sp>
      <p:sp>
        <p:nvSpPr>
          <p:cNvPr id="27" name="">
            <a:extLst xmlns:a="http://schemas.openxmlformats.org/drawingml/2006/main">
              <a:ext uri="{FF2B5EF4-FFF2-40B4-BE49-F238E27FC236}">
                <a16:creationId xmlns:a16="http://schemas.microsoft.com/office/drawing/2014/main" id="{DF4EFCFE-626D-44B9-88DD-293B723F5047}"/>
              </a:ext>
            </a:extLst>
          </p:cNvPr>
          <p:cNvSpPr>
            <a:spLocks xmlns:a="http://schemas.openxmlformats.org/drawingml/2006/main" noGrp="1"/>
          </p:cNvSpPr>
          <p:nvPr/>
        </p:nvSpPr>
        <p:spPr>
          <a:xfrm xmlns:a="http://schemas.openxmlformats.org/drawingml/2006/main">
            <a:off x="9572625" y="2952750"/>
            <a:ext cx="204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72695C"/>
                </a:solidFill>
                <a:latin typeface="Arial"/>
                <a:ea typeface="Arial"/>
                <a:cs typeface="Arial"/>
              </a:defRPr>
            </a:pPr>
            <a:r>
              <a:rPr sz="1275" b="0">
                <a:solidFill>
                  <a:srgbClr val="72695C"/>
                </a:solidFill>
                <a:latin typeface="Arial"/>
                <a:ea typeface="Arial"/>
                <a:cs typeface="Arial"/>
              </a:rPr>
              <a:t>Read / write</a:t>
            </a:r>
          </a:p>
        </p:txBody>
      </p:sp>
      <p:sp>
        <p:nvSpPr>
          <p:cNvPr id="28" name="">
            <a:extLst xmlns:a="http://schemas.openxmlformats.org/drawingml/2006/main">
              <a:ext uri="{FF2B5EF4-FFF2-40B4-BE49-F238E27FC236}">
                <a16:creationId xmlns:a16="http://schemas.microsoft.com/office/drawing/2014/main" id="{0AF91B2F-852B-47C4-B6F6-9F2268900CD0}"/>
              </a:ext>
            </a:extLst>
          </p:cNvPr>
          <p:cNvSpPr>
            <a:spLocks xmlns:a="http://schemas.openxmlformats.org/drawingml/2006/main" noGrp="1"/>
          </p:cNvSpPr>
          <p:nvPr/>
        </p:nvSpPr>
        <p:spPr>
          <a:xfrm xmlns:a="http://schemas.openxmlformats.org/drawingml/2006/main">
            <a:off x="619125" y="3333750"/>
            <a:ext cx="2667000"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Student / Admin</a:t>
            </a:r>
          </a:p>
        </p:txBody>
      </p:sp>
      <p:sp>
        <p:nvSpPr>
          <p:cNvPr id="29" name="">
            <a:extLst xmlns:a="http://schemas.openxmlformats.org/drawingml/2006/main">
              <a:ext uri="{FF2B5EF4-FFF2-40B4-BE49-F238E27FC236}">
                <a16:creationId xmlns:a16="http://schemas.microsoft.com/office/drawing/2014/main" id="{D0C98368-017C-4C39-8AFE-2A4F88EBFBDC}"/>
              </a:ext>
            </a:extLst>
          </p:cNvPr>
          <p:cNvSpPr>
            <a:spLocks xmlns:a="http://schemas.openxmlformats.org/drawingml/2006/main" noGrp="1"/>
          </p:cNvSpPr>
          <p:nvPr/>
        </p:nvSpPr>
        <p:spPr>
          <a:xfrm xmlns:a="http://schemas.openxmlformats.org/drawingml/2006/main">
            <a:off x="5905500" y="3333750"/>
            <a:ext cx="3429000" cy="647700"/>
          </a:xfrm>
          <a:prstGeom xmlns:a="http://schemas.openxmlformats.org/drawingml/2006/main" prst="roundRect">
            <a:avLst>
              <a:gd name="adj" fmla="val 11765"/>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2.0 Complaint Management</a:t>
            </a:r>
          </a:p>
        </p:txBody>
      </p:sp>
      <p:sp>
        <p:nvSpPr>
          <p:cNvPr id="30" name="">
            <a:extLst xmlns:a="http://schemas.openxmlformats.org/drawingml/2006/main">
              <a:ext uri="{FF2B5EF4-FFF2-40B4-BE49-F238E27FC236}">
                <a16:creationId xmlns:a16="http://schemas.microsoft.com/office/drawing/2014/main" id="{99DCC622-4104-44B8-B42B-13F51591CC4B}"/>
              </a:ext>
            </a:extLst>
          </p:cNvPr>
          <p:cNvSpPr>
            <a:spLocks xmlns:a="http://schemas.openxmlformats.org/drawingml/2006/main" noGrp="1"/>
          </p:cNvSpPr>
          <p:nvPr/>
        </p:nvSpPr>
        <p:spPr>
          <a:xfrm xmlns:a="http://schemas.openxmlformats.org/drawingml/2006/main">
            <a:off x="11715750" y="3333750"/>
            <a:ext cx="2809875"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D2  Complaints</a:t>
            </a:r>
          </a:p>
        </p:txBody>
      </p:sp>
      <p:sp>
        <p:nvSpPr>
          <p:cNvPr id="31" name="">
            <a:extLst xmlns:a="http://schemas.openxmlformats.org/drawingml/2006/main">
              <a:ext uri="{FF2B5EF4-FFF2-40B4-BE49-F238E27FC236}">
                <a16:creationId xmlns:a16="http://schemas.microsoft.com/office/drawing/2014/main" id="{BBD41F2E-5DD0-41C2-B5EA-8B8BBC562818}"/>
              </a:ext>
            </a:extLst>
          </p:cNvPr>
          <p:cNvSpPr>
            <a:spLocks xmlns:a="http://schemas.openxmlformats.org/drawingml/2006/main" noGrp="1"/>
          </p:cNvSpPr>
          <p:nvPr/>
        </p:nvSpPr>
        <p:spPr>
          <a:xfrm xmlns:a="http://schemas.openxmlformats.org/drawingml/2006/main" flipV="0">
            <a:off x="11906250" y="3333750"/>
            <a:ext cx="95" cy="647700"/>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32" name="">
            <a:extLst xmlns:a="http://schemas.openxmlformats.org/drawingml/2006/main">
              <a:ext uri="{FF2B5EF4-FFF2-40B4-BE49-F238E27FC236}">
                <a16:creationId xmlns:a16="http://schemas.microsoft.com/office/drawing/2014/main" id="{EEC020F6-7301-4410-BF90-32E2790F5CFF}"/>
              </a:ext>
            </a:extLst>
          </p:cNvPr>
          <p:cNvSpPr>
            <a:spLocks xmlns:a="http://schemas.openxmlformats.org/drawingml/2006/main" noGrp="1"/>
          </p:cNvSpPr>
          <p:nvPr/>
        </p:nvSpPr>
        <p:spPr>
          <a:xfrm xmlns:a="http://schemas.openxmlformats.org/drawingml/2006/main">
            <a:off x="3286125" y="3495675"/>
            <a:ext cx="953" cy="953"/>
          </a:xfrm>
          <a:prstGeom xmlns:a="http://schemas.openxmlformats.org/drawingml/2006/main" prst="rect">
            <a:avLst/>
          </a:prstGeom>
          <a:noFill xmlns:a="http://schemas.openxmlformats.org/drawingml/2006/main"/>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6FFAFBD-150E-4A02-85D8-205DA720AEC5}"/>
              </a:ext>
            </a:extLst>
          </p:cNvPr>
          <p:cNvSpPr>
            <a:spLocks xmlns:a="http://schemas.openxmlformats.org/drawingml/2006/main" noGrp="1"/>
          </p:cNvSpPr>
          <p:nvPr/>
        </p:nvSpPr>
        <p:spPr>
          <a:xfrm xmlns:a="http://schemas.openxmlformats.org/drawingml/2006/main">
            <a:off x="5905500" y="34956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2" name=""/>
          <p:cNvCxnSpPr>
            <a:stCxn xmlns:a="http://schemas.openxmlformats.org/drawingml/2006/main" id="32" idx="3"/>
            <a:endCxn xmlns:a="http://schemas.openxmlformats.org/drawingml/2006/main" id="33" idx="1"/>
          </p:cNvCxnSpPr>
          <p:nvPr/>
        </p:nvCxnSpPr>
        <p:spPr>
          <a:xfrm xmlns:a="http://schemas.openxmlformats.org/drawingml/2006/main">
            <a:off x="3287078" y="3496152"/>
            <a:ext cx="26184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5" name="">
            <a:extLst xmlns:a="http://schemas.openxmlformats.org/drawingml/2006/main">
              <a:ext uri="{FF2B5EF4-FFF2-40B4-BE49-F238E27FC236}">
                <a16:creationId xmlns:a16="http://schemas.microsoft.com/office/drawing/2014/main" id="{7946BA97-6952-4FB1-9517-083F098C97AD}"/>
              </a:ext>
            </a:extLst>
          </p:cNvPr>
          <p:cNvSpPr>
            <a:spLocks xmlns:a="http://schemas.openxmlformats.org/drawingml/2006/main" noGrp="1"/>
          </p:cNvSpPr>
          <p:nvPr/>
        </p:nvSpPr>
        <p:spPr>
          <a:xfrm xmlns:a="http://schemas.openxmlformats.org/drawingml/2006/main">
            <a:off x="3362325" y="3181350"/>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Details / priority</a:t>
            </a:r>
          </a:p>
        </p:txBody>
      </p:sp>
      <p:sp>
        <p:nvSpPr>
          <p:cNvPr id="36" name="">
            <a:extLst xmlns:a="http://schemas.openxmlformats.org/drawingml/2006/main">
              <a:ext uri="{FF2B5EF4-FFF2-40B4-BE49-F238E27FC236}">
                <a16:creationId xmlns:a16="http://schemas.microsoft.com/office/drawing/2014/main" id="{77D23D09-DB7D-4833-9514-E26F2F2AB7CF}"/>
              </a:ext>
            </a:extLst>
          </p:cNvPr>
          <p:cNvSpPr>
            <a:spLocks xmlns:a="http://schemas.openxmlformats.org/drawingml/2006/main" noGrp="1"/>
          </p:cNvSpPr>
          <p:nvPr/>
        </p:nvSpPr>
        <p:spPr>
          <a:xfrm xmlns:a="http://schemas.openxmlformats.org/drawingml/2006/main">
            <a:off x="5905500" y="3857625"/>
            <a:ext cx="953" cy="953"/>
          </a:xfrm>
          <a:prstGeom xmlns:a="http://schemas.openxmlformats.org/drawingml/2006/main" prst="rect">
            <a:avLst/>
          </a:prstGeom>
          <a:noFill xmlns:a="http://schemas.openxmlformats.org/drawingml/2006/main"/>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E68B9767-1881-4BA4-A7A4-E44E3555186D}"/>
              </a:ext>
            </a:extLst>
          </p:cNvPr>
          <p:cNvSpPr>
            <a:spLocks xmlns:a="http://schemas.openxmlformats.org/drawingml/2006/main" noGrp="1"/>
          </p:cNvSpPr>
          <p:nvPr/>
        </p:nvSpPr>
        <p:spPr>
          <a:xfrm xmlns:a="http://schemas.openxmlformats.org/drawingml/2006/main">
            <a:off x="3286125" y="3857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46" name=""/>
          <p:cNvCxnSpPr>
            <a:stCxn xmlns:a="http://schemas.openxmlformats.org/drawingml/2006/main" id="36" idx="3"/>
            <a:endCxn xmlns:a="http://schemas.openxmlformats.org/drawingml/2006/main" id="37" idx="1"/>
          </p:cNvCxnSpPr>
          <p:nvPr/>
        </p:nvCxnSpPr>
        <p:spPr>
          <a:xfrm xmlns:a="http://schemas.openxmlformats.org/drawingml/2006/main" flipH="1">
            <a:off x="3286125" y="3858102"/>
            <a:ext cx="2620328"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39" name="">
            <a:extLst xmlns:a="http://schemas.openxmlformats.org/drawingml/2006/main">
              <a:ext uri="{FF2B5EF4-FFF2-40B4-BE49-F238E27FC236}">
                <a16:creationId xmlns:a16="http://schemas.microsoft.com/office/drawing/2014/main" id="{7EA7C719-27E4-495A-8854-8EAB6F815749}"/>
              </a:ext>
            </a:extLst>
          </p:cNvPr>
          <p:cNvSpPr>
            <a:spLocks xmlns:a="http://schemas.openxmlformats.org/drawingml/2006/main" noGrp="1"/>
          </p:cNvSpPr>
          <p:nvPr/>
        </p:nvSpPr>
        <p:spPr>
          <a:xfrm xmlns:a="http://schemas.openxmlformats.org/drawingml/2006/main">
            <a:off x="3333750" y="3895725"/>
            <a:ext cx="2562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Complaint ID / list</a:t>
            </a:r>
          </a:p>
        </p:txBody>
      </p:sp>
      <p:sp>
        <p:nvSpPr>
          <p:cNvPr id="40" name="">
            <a:extLst xmlns:a="http://schemas.openxmlformats.org/drawingml/2006/main">
              <a:ext uri="{FF2B5EF4-FFF2-40B4-BE49-F238E27FC236}">
                <a16:creationId xmlns:a16="http://schemas.microsoft.com/office/drawing/2014/main" id="{011A6956-3A12-4475-A001-60B82C07368E}"/>
              </a:ext>
            </a:extLst>
          </p:cNvPr>
          <p:cNvSpPr>
            <a:spLocks xmlns:a="http://schemas.openxmlformats.org/drawingml/2006/main" noGrp="1"/>
          </p:cNvSpPr>
          <p:nvPr/>
        </p:nvSpPr>
        <p:spPr>
          <a:xfrm xmlns:a="http://schemas.openxmlformats.org/drawingml/2006/main">
            <a:off x="9334500" y="3514725"/>
            <a:ext cx="953" cy="953"/>
          </a:xfrm>
          <a:prstGeom xmlns:a="http://schemas.openxmlformats.org/drawingml/2006/main" prst="rect">
            <a:avLst/>
          </a:prstGeom>
          <a:noFill xmlns:a="http://schemas.openxmlformats.org/drawingml/2006/main"/>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53D35D9C-0BEE-47A4-83B4-5C42614459EB}"/>
              </a:ext>
            </a:extLst>
          </p:cNvPr>
          <p:cNvSpPr>
            <a:spLocks xmlns:a="http://schemas.openxmlformats.org/drawingml/2006/main" noGrp="1"/>
          </p:cNvSpPr>
          <p:nvPr/>
        </p:nvSpPr>
        <p:spPr>
          <a:xfrm xmlns:a="http://schemas.openxmlformats.org/drawingml/2006/main">
            <a:off x="11715750" y="35147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0" name=""/>
          <p:cNvCxnSpPr>
            <a:stCxn xmlns:a="http://schemas.openxmlformats.org/drawingml/2006/main" id="40" idx="3"/>
            <a:endCxn xmlns:a="http://schemas.openxmlformats.org/drawingml/2006/main" id="41" idx="1"/>
          </p:cNvCxnSpPr>
          <p:nvPr/>
        </p:nvCxnSpPr>
        <p:spPr>
          <a:xfrm xmlns:a="http://schemas.openxmlformats.org/drawingml/2006/main">
            <a:off x="9335453" y="3515202"/>
            <a:ext cx="2380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43" name="">
            <a:extLst xmlns:a="http://schemas.openxmlformats.org/drawingml/2006/main">
              <a:ext uri="{FF2B5EF4-FFF2-40B4-BE49-F238E27FC236}">
                <a16:creationId xmlns:a16="http://schemas.microsoft.com/office/drawing/2014/main" id="{750941BD-54FD-4E51-BE63-F01F8C844C86}"/>
              </a:ext>
            </a:extLst>
          </p:cNvPr>
          <p:cNvSpPr>
            <a:spLocks xmlns:a="http://schemas.openxmlformats.org/drawingml/2006/main" noGrp="1"/>
          </p:cNvSpPr>
          <p:nvPr/>
        </p:nvSpPr>
        <p:spPr>
          <a:xfrm xmlns:a="http://schemas.openxmlformats.org/drawingml/2006/main">
            <a:off x="11715750" y="3857625"/>
            <a:ext cx="953" cy="953"/>
          </a:xfrm>
          <a:prstGeom xmlns:a="http://schemas.openxmlformats.org/drawingml/2006/main" prst="rect">
            <a:avLst/>
          </a:prstGeom>
          <a:noFill xmlns:a="http://schemas.openxmlformats.org/drawingml/2006/main"/>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2DC98B55-17BF-4482-AC42-EE84ED22D4DA}"/>
              </a:ext>
            </a:extLst>
          </p:cNvPr>
          <p:cNvSpPr>
            <a:spLocks xmlns:a="http://schemas.openxmlformats.org/drawingml/2006/main" noGrp="1"/>
          </p:cNvSpPr>
          <p:nvPr/>
        </p:nvSpPr>
        <p:spPr>
          <a:xfrm xmlns:a="http://schemas.openxmlformats.org/drawingml/2006/main">
            <a:off x="9334500" y="38576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53" name=""/>
          <p:cNvCxnSpPr>
            <a:stCxn xmlns:a="http://schemas.openxmlformats.org/drawingml/2006/main" id="43" idx="3"/>
            <a:endCxn xmlns:a="http://schemas.openxmlformats.org/drawingml/2006/main" id="44" idx="1"/>
          </p:cNvCxnSpPr>
          <p:nvPr/>
        </p:nvCxnSpPr>
        <p:spPr>
          <a:xfrm xmlns:a="http://schemas.openxmlformats.org/drawingml/2006/main" flipH="1">
            <a:off x="9334500" y="3858102"/>
            <a:ext cx="23822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46" name="">
            <a:extLst xmlns:a="http://schemas.openxmlformats.org/drawingml/2006/main">
              <a:ext uri="{FF2B5EF4-FFF2-40B4-BE49-F238E27FC236}">
                <a16:creationId xmlns:a16="http://schemas.microsoft.com/office/drawing/2014/main" id="{BB2F930E-AC39-423E-B114-B89FE90B2A20}"/>
              </a:ext>
            </a:extLst>
          </p:cNvPr>
          <p:cNvSpPr>
            <a:spLocks xmlns:a="http://schemas.openxmlformats.org/drawingml/2006/main" noGrp="1"/>
          </p:cNvSpPr>
          <p:nvPr/>
        </p:nvSpPr>
        <p:spPr>
          <a:xfrm xmlns:a="http://schemas.openxmlformats.org/drawingml/2006/main">
            <a:off x="9458325" y="3190875"/>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Complaint record</a:t>
            </a:r>
          </a:p>
        </p:txBody>
      </p:sp>
      <p:sp>
        <p:nvSpPr>
          <p:cNvPr id="47" name="">
            <a:extLst xmlns:a="http://schemas.openxmlformats.org/drawingml/2006/main">
              <a:ext uri="{FF2B5EF4-FFF2-40B4-BE49-F238E27FC236}">
                <a16:creationId xmlns:a16="http://schemas.microsoft.com/office/drawing/2014/main" id="{70827E63-D299-49E6-A29F-E4FB36B6B778}"/>
              </a:ext>
            </a:extLst>
          </p:cNvPr>
          <p:cNvSpPr>
            <a:spLocks xmlns:a="http://schemas.openxmlformats.org/drawingml/2006/main" noGrp="1"/>
          </p:cNvSpPr>
          <p:nvPr/>
        </p:nvSpPr>
        <p:spPr>
          <a:xfrm xmlns:a="http://schemas.openxmlformats.org/drawingml/2006/main">
            <a:off x="9572625" y="3914775"/>
            <a:ext cx="204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72695C"/>
                </a:solidFill>
                <a:latin typeface="Arial"/>
                <a:ea typeface="Arial"/>
                <a:cs typeface="Arial"/>
              </a:defRPr>
            </a:pPr>
            <a:r>
              <a:rPr sz="1275" b="0">
                <a:solidFill>
                  <a:srgbClr val="72695C"/>
                </a:solidFill>
                <a:latin typeface="Arial"/>
                <a:ea typeface="Arial"/>
                <a:cs typeface="Arial"/>
              </a:rPr>
              <a:t>Read / write</a:t>
            </a:r>
          </a:p>
        </p:txBody>
      </p:sp>
      <p:sp>
        <p:nvSpPr>
          <p:cNvPr id="48" name="">
            <a:extLst xmlns:a="http://schemas.openxmlformats.org/drawingml/2006/main">
              <a:ext uri="{FF2B5EF4-FFF2-40B4-BE49-F238E27FC236}">
                <a16:creationId xmlns:a16="http://schemas.microsoft.com/office/drawing/2014/main" id="{550107A3-EDB9-4E77-89D7-0A4C5986CCE6}"/>
              </a:ext>
            </a:extLst>
          </p:cNvPr>
          <p:cNvSpPr>
            <a:spLocks xmlns:a="http://schemas.openxmlformats.org/drawingml/2006/main" noGrp="1"/>
          </p:cNvSpPr>
          <p:nvPr/>
        </p:nvSpPr>
        <p:spPr>
          <a:xfrm xmlns:a="http://schemas.openxmlformats.org/drawingml/2006/main">
            <a:off x="619125" y="4295775"/>
            <a:ext cx="2667000"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Admin / Staff</a:t>
            </a:r>
          </a:p>
        </p:txBody>
      </p:sp>
      <p:sp>
        <p:nvSpPr>
          <p:cNvPr id="49" name="">
            <a:extLst xmlns:a="http://schemas.openxmlformats.org/drawingml/2006/main">
              <a:ext uri="{FF2B5EF4-FFF2-40B4-BE49-F238E27FC236}">
                <a16:creationId xmlns:a16="http://schemas.microsoft.com/office/drawing/2014/main" id="{98A2BBC9-FB07-4E16-8C8C-1217BC6C0CD1}"/>
              </a:ext>
            </a:extLst>
          </p:cNvPr>
          <p:cNvSpPr>
            <a:spLocks xmlns:a="http://schemas.openxmlformats.org/drawingml/2006/main" noGrp="1"/>
          </p:cNvSpPr>
          <p:nvPr/>
        </p:nvSpPr>
        <p:spPr>
          <a:xfrm xmlns:a="http://schemas.openxmlformats.org/drawingml/2006/main">
            <a:off x="5905500" y="4295775"/>
            <a:ext cx="3429000" cy="647700"/>
          </a:xfrm>
          <a:prstGeom xmlns:a="http://schemas.openxmlformats.org/drawingml/2006/main" prst="roundRect">
            <a:avLst>
              <a:gd name="adj" fmla="val 11765"/>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3.0 Staff Assignment</a:t>
            </a:r>
          </a:p>
        </p:txBody>
      </p:sp>
      <p:sp>
        <p:nvSpPr>
          <p:cNvPr id="50" name="">
            <a:extLst xmlns:a="http://schemas.openxmlformats.org/drawingml/2006/main">
              <a:ext uri="{FF2B5EF4-FFF2-40B4-BE49-F238E27FC236}">
                <a16:creationId xmlns:a16="http://schemas.microsoft.com/office/drawing/2014/main" id="{78B26906-3FA8-4F23-A3B7-59A0C85345F2}"/>
              </a:ext>
            </a:extLst>
          </p:cNvPr>
          <p:cNvSpPr>
            <a:spLocks xmlns:a="http://schemas.openxmlformats.org/drawingml/2006/main" noGrp="1"/>
          </p:cNvSpPr>
          <p:nvPr/>
        </p:nvSpPr>
        <p:spPr>
          <a:xfrm xmlns:a="http://schemas.openxmlformats.org/drawingml/2006/main">
            <a:off x="11715750" y="4295775"/>
            <a:ext cx="2809875"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D3  Assignments</a:t>
            </a:r>
          </a:p>
        </p:txBody>
      </p:sp>
      <p:sp>
        <p:nvSpPr>
          <p:cNvPr id="51" name="">
            <a:extLst xmlns:a="http://schemas.openxmlformats.org/drawingml/2006/main">
              <a:ext uri="{FF2B5EF4-FFF2-40B4-BE49-F238E27FC236}">
                <a16:creationId xmlns:a16="http://schemas.microsoft.com/office/drawing/2014/main" id="{8327E637-BFE7-4F0F-8D8E-21B9F1F69E47}"/>
              </a:ext>
            </a:extLst>
          </p:cNvPr>
          <p:cNvSpPr>
            <a:spLocks xmlns:a="http://schemas.openxmlformats.org/drawingml/2006/main" noGrp="1"/>
          </p:cNvSpPr>
          <p:nvPr/>
        </p:nvSpPr>
        <p:spPr>
          <a:xfrm xmlns:a="http://schemas.openxmlformats.org/drawingml/2006/main" flipV="0">
            <a:off x="11906250" y="4295775"/>
            <a:ext cx="95" cy="647700"/>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52" name="">
            <a:extLst xmlns:a="http://schemas.openxmlformats.org/drawingml/2006/main">
              <a:ext uri="{FF2B5EF4-FFF2-40B4-BE49-F238E27FC236}">
                <a16:creationId xmlns:a16="http://schemas.microsoft.com/office/drawing/2014/main" id="{E6EEDCAB-3C70-4E60-8A16-EEBEA4CCF496}"/>
              </a:ext>
            </a:extLst>
          </p:cNvPr>
          <p:cNvSpPr>
            <a:spLocks xmlns:a="http://schemas.openxmlformats.org/drawingml/2006/main" noGrp="1"/>
          </p:cNvSpPr>
          <p:nvPr/>
        </p:nvSpPr>
        <p:spPr>
          <a:xfrm xmlns:a="http://schemas.openxmlformats.org/drawingml/2006/main">
            <a:off x="3286125" y="4457700"/>
            <a:ext cx="953" cy="953"/>
          </a:xfrm>
          <a:prstGeom xmlns:a="http://schemas.openxmlformats.org/drawingml/2006/main" prst="rect">
            <a:avLst/>
          </a:prstGeom>
          <a:noFill xmlns:a="http://schemas.openxmlformats.org/drawingml/2006/main"/>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A45531E9-C819-4E21-9543-D4E29046DFC3}"/>
              </a:ext>
            </a:extLst>
          </p:cNvPr>
          <p:cNvSpPr>
            <a:spLocks xmlns:a="http://schemas.openxmlformats.org/drawingml/2006/main" noGrp="1"/>
          </p:cNvSpPr>
          <p:nvPr/>
        </p:nvSpPr>
        <p:spPr>
          <a:xfrm xmlns:a="http://schemas.openxmlformats.org/drawingml/2006/main">
            <a:off x="5905500" y="4457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2" name=""/>
          <p:cNvCxnSpPr>
            <a:stCxn xmlns:a="http://schemas.openxmlformats.org/drawingml/2006/main" id="52" idx="3"/>
            <a:endCxn xmlns:a="http://schemas.openxmlformats.org/drawingml/2006/main" id="53" idx="1"/>
          </p:cNvCxnSpPr>
          <p:nvPr/>
        </p:nvCxnSpPr>
        <p:spPr>
          <a:xfrm xmlns:a="http://schemas.openxmlformats.org/drawingml/2006/main">
            <a:off x="3287078" y="4458177"/>
            <a:ext cx="26184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55" name="">
            <a:extLst xmlns:a="http://schemas.openxmlformats.org/drawingml/2006/main">
              <a:ext uri="{FF2B5EF4-FFF2-40B4-BE49-F238E27FC236}">
                <a16:creationId xmlns:a16="http://schemas.microsoft.com/office/drawing/2014/main" id="{69477696-7F66-4822-973E-8C68AA6361B9}"/>
              </a:ext>
            </a:extLst>
          </p:cNvPr>
          <p:cNvSpPr>
            <a:spLocks xmlns:a="http://schemas.openxmlformats.org/drawingml/2006/main" noGrp="1"/>
          </p:cNvSpPr>
          <p:nvPr/>
        </p:nvSpPr>
        <p:spPr>
          <a:xfrm xmlns:a="http://schemas.openxmlformats.org/drawingml/2006/main">
            <a:off x="3362325" y="4143375"/>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Assignment / work request</a:t>
            </a:r>
          </a:p>
        </p:txBody>
      </p:sp>
      <p:sp>
        <p:nvSpPr>
          <p:cNvPr id="56" name="">
            <a:extLst xmlns:a="http://schemas.openxmlformats.org/drawingml/2006/main">
              <a:ext uri="{FF2B5EF4-FFF2-40B4-BE49-F238E27FC236}">
                <a16:creationId xmlns:a16="http://schemas.microsoft.com/office/drawing/2014/main" id="{2769BAB3-AF9B-46CA-B543-5EEF4AEC2091}"/>
              </a:ext>
            </a:extLst>
          </p:cNvPr>
          <p:cNvSpPr>
            <a:spLocks xmlns:a="http://schemas.openxmlformats.org/drawingml/2006/main" noGrp="1"/>
          </p:cNvSpPr>
          <p:nvPr/>
        </p:nvSpPr>
        <p:spPr>
          <a:xfrm xmlns:a="http://schemas.openxmlformats.org/drawingml/2006/main">
            <a:off x="5905500" y="4819650"/>
            <a:ext cx="953" cy="953"/>
          </a:xfrm>
          <a:prstGeom xmlns:a="http://schemas.openxmlformats.org/drawingml/2006/main" prst="rect">
            <a:avLst/>
          </a:prstGeom>
          <a:noFill xmlns:a="http://schemas.openxmlformats.org/drawingml/2006/main"/>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156A54D1-10B6-4B41-AF59-F0FF6AD95012}"/>
              </a:ext>
            </a:extLst>
          </p:cNvPr>
          <p:cNvSpPr>
            <a:spLocks xmlns:a="http://schemas.openxmlformats.org/drawingml/2006/main" noGrp="1"/>
          </p:cNvSpPr>
          <p:nvPr/>
        </p:nvSpPr>
        <p:spPr>
          <a:xfrm xmlns:a="http://schemas.openxmlformats.org/drawingml/2006/main">
            <a:off x="3286125" y="4819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66" name=""/>
          <p:cNvCxnSpPr>
            <a:stCxn xmlns:a="http://schemas.openxmlformats.org/drawingml/2006/main" id="56" idx="3"/>
            <a:endCxn xmlns:a="http://schemas.openxmlformats.org/drawingml/2006/main" id="57" idx="1"/>
          </p:cNvCxnSpPr>
          <p:nvPr/>
        </p:nvCxnSpPr>
        <p:spPr>
          <a:xfrm xmlns:a="http://schemas.openxmlformats.org/drawingml/2006/main" flipH="1">
            <a:off x="3286125" y="4820127"/>
            <a:ext cx="2620328"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59" name="">
            <a:extLst xmlns:a="http://schemas.openxmlformats.org/drawingml/2006/main">
              <a:ext uri="{FF2B5EF4-FFF2-40B4-BE49-F238E27FC236}">
                <a16:creationId xmlns:a16="http://schemas.microsoft.com/office/drawing/2014/main" id="{B628D47E-5C20-41E5-A77E-85B0B0473B6B}"/>
              </a:ext>
            </a:extLst>
          </p:cNvPr>
          <p:cNvSpPr>
            <a:spLocks xmlns:a="http://schemas.openxmlformats.org/drawingml/2006/main" noGrp="1"/>
          </p:cNvSpPr>
          <p:nvPr/>
        </p:nvSpPr>
        <p:spPr>
          <a:xfrm xmlns:a="http://schemas.openxmlformats.org/drawingml/2006/main">
            <a:off x="3333750" y="4857750"/>
            <a:ext cx="2562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Assigned jobs</a:t>
            </a:r>
          </a:p>
        </p:txBody>
      </p:sp>
      <p:sp>
        <p:nvSpPr>
          <p:cNvPr id="60" name="">
            <a:extLst xmlns:a="http://schemas.openxmlformats.org/drawingml/2006/main">
              <a:ext uri="{FF2B5EF4-FFF2-40B4-BE49-F238E27FC236}">
                <a16:creationId xmlns:a16="http://schemas.microsoft.com/office/drawing/2014/main" id="{F1946E0D-88C0-4DFA-AA63-CBD380929AF9}"/>
              </a:ext>
            </a:extLst>
          </p:cNvPr>
          <p:cNvSpPr>
            <a:spLocks xmlns:a="http://schemas.openxmlformats.org/drawingml/2006/main" noGrp="1"/>
          </p:cNvSpPr>
          <p:nvPr/>
        </p:nvSpPr>
        <p:spPr>
          <a:xfrm xmlns:a="http://schemas.openxmlformats.org/drawingml/2006/main">
            <a:off x="9334500" y="4476750"/>
            <a:ext cx="953" cy="953"/>
          </a:xfrm>
          <a:prstGeom xmlns:a="http://schemas.openxmlformats.org/drawingml/2006/main" prst="rect">
            <a:avLst/>
          </a:prstGeom>
          <a:noFill xmlns:a="http://schemas.openxmlformats.org/drawingml/2006/main"/>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310811EB-6175-463A-B6A6-8ACBDDDEF0FE}"/>
              </a:ext>
            </a:extLst>
          </p:cNvPr>
          <p:cNvSpPr>
            <a:spLocks xmlns:a="http://schemas.openxmlformats.org/drawingml/2006/main" noGrp="1"/>
          </p:cNvSpPr>
          <p:nvPr/>
        </p:nvSpPr>
        <p:spPr>
          <a:xfrm xmlns:a="http://schemas.openxmlformats.org/drawingml/2006/main">
            <a:off x="11715750" y="44767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0" name=""/>
          <p:cNvCxnSpPr>
            <a:stCxn xmlns:a="http://schemas.openxmlformats.org/drawingml/2006/main" id="60" idx="3"/>
            <a:endCxn xmlns:a="http://schemas.openxmlformats.org/drawingml/2006/main" id="61" idx="1"/>
          </p:cNvCxnSpPr>
          <p:nvPr/>
        </p:nvCxnSpPr>
        <p:spPr>
          <a:xfrm xmlns:a="http://schemas.openxmlformats.org/drawingml/2006/main">
            <a:off x="9335453" y="4477227"/>
            <a:ext cx="2380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63" name="">
            <a:extLst xmlns:a="http://schemas.openxmlformats.org/drawingml/2006/main">
              <a:ext uri="{FF2B5EF4-FFF2-40B4-BE49-F238E27FC236}">
                <a16:creationId xmlns:a16="http://schemas.microsoft.com/office/drawing/2014/main" id="{25950720-E442-47D9-8E45-CCE372500345}"/>
              </a:ext>
            </a:extLst>
          </p:cNvPr>
          <p:cNvSpPr>
            <a:spLocks xmlns:a="http://schemas.openxmlformats.org/drawingml/2006/main" noGrp="1"/>
          </p:cNvSpPr>
          <p:nvPr/>
        </p:nvSpPr>
        <p:spPr>
          <a:xfrm xmlns:a="http://schemas.openxmlformats.org/drawingml/2006/main">
            <a:off x="11715750" y="4819650"/>
            <a:ext cx="953" cy="953"/>
          </a:xfrm>
          <a:prstGeom xmlns:a="http://schemas.openxmlformats.org/drawingml/2006/main" prst="rect">
            <a:avLst/>
          </a:prstGeom>
          <a:noFill xmlns:a="http://schemas.openxmlformats.org/drawingml/2006/main"/>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1BC91C7D-81BE-4D11-9582-9F4F8EB11E94}"/>
              </a:ext>
            </a:extLst>
          </p:cNvPr>
          <p:cNvSpPr>
            <a:spLocks xmlns:a="http://schemas.openxmlformats.org/drawingml/2006/main" noGrp="1"/>
          </p:cNvSpPr>
          <p:nvPr/>
        </p:nvSpPr>
        <p:spPr>
          <a:xfrm xmlns:a="http://schemas.openxmlformats.org/drawingml/2006/main">
            <a:off x="9334500" y="48196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73" name=""/>
          <p:cNvCxnSpPr>
            <a:stCxn xmlns:a="http://schemas.openxmlformats.org/drawingml/2006/main" id="63" idx="3"/>
            <a:endCxn xmlns:a="http://schemas.openxmlformats.org/drawingml/2006/main" id="64" idx="1"/>
          </p:cNvCxnSpPr>
          <p:nvPr/>
        </p:nvCxnSpPr>
        <p:spPr>
          <a:xfrm xmlns:a="http://schemas.openxmlformats.org/drawingml/2006/main" flipH="1">
            <a:off x="9334500" y="4820127"/>
            <a:ext cx="23822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66" name="">
            <a:extLst xmlns:a="http://schemas.openxmlformats.org/drawingml/2006/main">
              <a:ext uri="{FF2B5EF4-FFF2-40B4-BE49-F238E27FC236}">
                <a16:creationId xmlns:a16="http://schemas.microsoft.com/office/drawing/2014/main" id="{EDF17422-0DBB-466C-90A3-62C12D3B08C4}"/>
              </a:ext>
            </a:extLst>
          </p:cNvPr>
          <p:cNvSpPr>
            <a:spLocks xmlns:a="http://schemas.openxmlformats.org/drawingml/2006/main" noGrp="1"/>
          </p:cNvSpPr>
          <p:nvPr/>
        </p:nvSpPr>
        <p:spPr>
          <a:xfrm xmlns:a="http://schemas.openxmlformats.org/drawingml/2006/main">
            <a:off x="9458325" y="4152900"/>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Allocation record</a:t>
            </a:r>
          </a:p>
        </p:txBody>
      </p:sp>
      <p:sp>
        <p:nvSpPr>
          <p:cNvPr id="67" name="">
            <a:extLst xmlns:a="http://schemas.openxmlformats.org/drawingml/2006/main">
              <a:ext uri="{FF2B5EF4-FFF2-40B4-BE49-F238E27FC236}">
                <a16:creationId xmlns:a16="http://schemas.microsoft.com/office/drawing/2014/main" id="{452822FF-E1E1-4078-92F9-F344F530E8B5}"/>
              </a:ext>
            </a:extLst>
          </p:cNvPr>
          <p:cNvSpPr>
            <a:spLocks xmlns:a="http://schemas.openxmlformats.org/drawingml/2006/main" noGrp="1"/>
          </p:cNvSpPr>
          <p:nvPr/>
        </p:nvSpPr>
        <p:spPr>
          <a:xfrm xmlns:a="http://schemas.openxmlformats.org/drawingml/2006/main">
            <a:off x="9572625" y="4876800"/>
            <a:ext cx="204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72695C"/>
                </a:solidFill>
                <a:latin typeface="Arial"/>
                <a:ea typeface="Arial"/>
                <a:cs typeface="Arial"/>
              </a:defRPr>
            </a:pPr>
            <a:r>
              <a:rPr sz="1275" b="0">
                <a:solidFill>
                  <a:srgbClr val="72695C"/>
                </a:solidFill>
                <a:latin typeface="Arial"/>
                <a:ea typeface="Arial"/>
                <a:cs typeface="Arial"/>
              </a:rPr>
              <a:t>Read / write</a:t>
            </a:r>
          </a:p>
        </p:txBody>
      </p:sp>
      <p:sp>
        <p:nvSpPr>
          <p:cNvPr id="68" name="">
            <a:extLst xmlns:a="http://schemas.openxmlformats.org/drawingml/2006/main">
              <a:ext uri="{FF2B5EF4-FFF2-40B4-BE49-F238E27FC236}">
                <a16:creationId xmlns:a16="http://schemas.microsoft.com/office/drawing/2014/main" id="{0F5026D2-6765-4739-A4D1-8500FD3B9606}"/>
              </a:ext>
            </a:extLst>
          </p:cNvPr>
          <p:cNvSpPr>
            <a:spLocks xmlns:a="http://schemas.openxmlformats.org/drawingml/2006/main" noGrp="1"/>
          </p:cNvSpPr>
          <p:nvPr/>
        </p:nvSpPr>
        <p:spPr>
          <a:xfrm xmlns:a="http://schemas.openxmlformats.org/drawingml/2006/main">
            <a:off x="619125" y="5257800"/>
            <a:ext cx="2667000"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Student / Staff / Admin</a:t>
            </a:r>
          </a:p>
        </p:txBody>
      </p:sp>
      <p:sp>
        <p:nvSpPr>
          <p:cNvPr id="69" name="">
            <a:extLst xmlns:a="http://schemas.openxmlformats.org/drawingml/2006/main">
              <a:ext uri="{FF2B5EF4-FFF2-40B4-BE49-F238E27FC236}">
                <a16:creationId xmlns:a16="http://schemas.microsoft.com/office/drawing/2014/main" id="{5616D4FA-5146-4BB3-B26F-04610B5824C8}"/>
              </a:ext>
            </a:extLst>
          </p:cNvPr>
          <p:cNvSpPr>
            <a:spLocks xmlns:a="http://schemas.openxmlformats.org/drawingml/2006/main" noGrp="1"/>
          </p:cNvSpPr>
          <p:nvPr/>
        </p:nvSpPr>
        <p:spPr>
          <a:xfrm xmlns:a="http://schemas.openxmlformats.org/drawingml/2006/main">
            <a:off x="5905500" y="5257800"/>
            <a:ext cx="3429000" cy="647700"/>
          </a:xfrm>
          <a:prstGeom xmlns:a="http://schemas.openxmlformats.org/drawingml/2006/main" prst="roundRect">
            <a:avLst>
              <a:gd name="adj" fmla="val 11765"/>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4.0 Status Tracking</a:t>
            </a:r>
          </a:p>
        </p:txBody>
      </p:sp>
      <p:sp>
        <p:nvSpPr>
          <p:cNvPr id="70" name="">
            <a:extLst xmlns:a="http://schemas.openxmlformats.org/drawingml/2006/main">
              <a:ext uri="{FF2B5EF4-FFF2-40B4-BE49-F238E27FC236}">
                <a16:creationId xmlns:a16="http://schemas.microsoft.com/office/drawing/2014/main" id="{6A0CC244-1F8C-44BA-B1C4-3C7ED530C3EF}"/>
              </a:ext>
            </a:extLst>
          </p:cNvPr>
          <p:cNvSpPr>
            <a:spLocks xmlns:a="http://schemas.openxmlformats.org/drawingml/2006/main" noGrp="1"/>
          </p:cNvSpPr>
          <p:nvPr/>
        </p:nvSpPr>
        <p:spPr>
          <a:xfrm xmlns:a="http://schemas.openxmlformats.org/drawingml/2006/main">
            <a:off x="11715750" y="5257800"/>
            <a:ext cx="2809875"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D2  Complaints</a:t>
            </a:r>
          </a:p>
        </p:txBody>
      </p:sp>
      <p:sp>
        <p:nvSpPr>
          <p:cNvPr id="71" name="">
            <a:extLst xmlns:a="http://schemas.openxmlformats.org/drawingml/2006/main">
              <a:ext uri="{FF2B5EF4-FFF2-40B4-BE49-F238E27FC236}">
                <a16:creationId xmlns:a16="http://schemas.microsoft.com/office/drawing/2014/main" id="{81489CF3-CCBE-4B56-9418-2F4C8C4629CA}"/>
              </a:ext>
            </a:extLst>
          </p:cNvPr>
          <p:cNvSpPr>
            <a:spLocks xmlns:a="http://schemas.openxmlformats.org/drawingml/2006/main" noGrp="1"/>
          </p:cNvSpPr>
          <p:nvPr/>
        </p:nvSpPr>
        <p:spPr>
          <a:xfrm xmlns:a="http://schemas.openxmlformats.org/drawingml/2006/main" flipV="0">
            <a:off x="11906250" y="5257800"/>
            <a:ext cx="95" cy="647700"/>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72" name="">
            <a:extLst xmlns:a="http://schemas.openxmlformats.org/drawingml/2006/main">
              <a:ext uri="{FF2B5EF4-FFF2-40B4-BE49-F238E27FC236}">
                <a16:creationId xmlns:a16="http://schemas.microsoft.com/office/drawing/2014/main" id="{52F2A068-6E8C-4152-8101-70DAC44DC523}"/>
              </a:ext>
            </a:extLst>
          </p:cNvPr>
          <p:cNvSpPr>
            <a:spLocks xmlns:a="http://schemas.openxmlformats.org/drawingml/2006/main" noGrp="1"/>
          </p:cNvSpPr>
          <p:nvPr/>
        </p:nvSpPr>
        <p:spPr>
          <a:xfrm xmlns:a="http://schemas.openxmlformats.org/drawingml/2006/main">
            <a:off x="3286125" y="5419725"/>
            <a:ext cx="953" cy="953"/>
          </a:xfrm>
          <a:prstGeom xmlns:a="http://schemas.openxmlformats.org/drawingml/2006/main" prst="rect">
            <a:avLst/>
          </a:prstGeom>
          <a:noFill xmlns:a="http://schemas.openxmlformats.org/drawingml/2006/main"/>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436850F4-BD99-4D0D-9CA5-D67C6D07B865}"/>
              </a:ext>
            </a:extLst>
          </p:cNvPr>
          <p:cNvSpPr>
            <a:spLocks xmlns:a="http://schemas.openxmlformats.org/drawingml/2006/main" noGrp="1"/>
          </p:cNvSpPr>
          <p:nvPr/>
        </p:nvSpPr>
        <p:spPr>
          <a:xfrm xmlns:a="http://schemas.openxmlformats.org/drawingml/2006/main">
            <a:off x="5905500" y="541972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82" name=""/>
          <p:cNvCxnSpPr>
            <a:stCxn xmlns:a="http://schemas.openxmlformats.org/drawingml/2006/main" id="72" idx="3"/>
            <a:endCxn xmlns:a="http://schemas.openxmlformats.org/drawingml/2006/main" id="73" idx="1"/>
          </p:cNvCxnSpPr>
          <p:nvPr/>
        </p:nvCxnSpPr>
        <p:spPr>
          <a:xfrm xmlns:a="http://schemas.openxmlformats.org/drawingml/2006/main">
            <a:off x="3287078" y="5420202"/>
            <a:ext cx="26184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75" name="">
            <a:extLst xmlns:a="http://schemas.openxmlformats.org/drawingml/2006/main">
              <a:ext uri="{FF2B5EF4-FFF2-40B4-BE49-F238E27FC236}">
                <a16:creationId xmlns:a16="http://schemas.microsoft.com/office/drawing/2014/main" id="{C2EDDECA-DA9B-4E3F-A025-8F103D9994A8}"/>
              </a:ext>
            </a:extLst>
          </p:cNvPr>
          <p:cNvSpPr>
            <a:spLocks xmlns:a="http://schemas.openxmlformats.org/drawingml/2006/main" noGrp="1"/>
          </p:cNvSpPr>
          <p:nvPr/>
        </p:nvSpPr>
        <p:spPr>
          <a:xfrm xmlns:a="http://schemas.openxmlformats.org/drawingml/2006/main">
            <a:off x="3362325" y="5105400"/>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Update / tracking request</a:t>
            </a:r>
          </a:p>
        </p:txBody>
      </p:sp>
      <p:sp>
        <p:nvSpPr>
          <p:cNvPr id="76" name="">
            <a:extLst xmlns:a="http://schemas.openxmlformats.org/drawingml/2006/main">
              <a:ext uri="{FF2B5EF4-FFF2-40B4-BE49-F238E27FC236}">
                <a16:creationId xmlns:a16="http://schemas.microsoft.com/office/drawing/2014/main" id="{D0FADDFB-0CDF-4D94-913B-CD1373B0D7E2}"/>
              </a:ext>
            </a:extLst>
          </p:cNvPr>
          <p:cNvSpPr>
            <a:spLocks xmlns:a="http://schemas.openxmlformats.org/drawingml/2006/main" noGrp="1"/>
          </p:cNvSpPr>
          <p:nvPr/>
        </p:nvSpPr>
        <p:spPr>
          <a:xfrm xmlns:a="http://schemas.openxmlformats.org/drawingml/2006/main">
            <a:off x="5905500" y="5781675"/>
            <a:ext cx="953" cy="953"/>
          </a:xfrm>
          <a:prstGeom xmlns:a="http://schemas.openxmlformats.org/drawingml/2006/main" prst="rect">
            <a:avLst/>
          </a:prstGeom>
          <a:noFill xmlns:a="http://schemas.openxmlformats.org/drawingml/2006/main"/>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18CAFDC8-CC2C-41E3-BE01-45D843DD1006}"/>
              </a:ext>
            </a:extLst>
          </p:cNvPr>
          <p:cNvSpPr>
            <a:spLocks xmlns:a="http://schemas.openxmlformats.org/drawingml/2006/main" noGrp="1"/>
          </p:cNvSpPr>
          <p:nvPr/>
        </p:nvSpPr>
        <p:spPr>
          <a:xfrm xmlns:a="http://schemas.openxmlformats.org/drawingml/2006/main">
            <a:off x="3286125" y="57816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86" name=""/>
          <p:cNvCxnSpPr>
            <a:stCxn xmlns:a="http://schemas.openxmlformats.org/drawingml/2006/main" id="76" idx="3"/>
            <a:endCxn xmlns:a="http://schemas.openxmlformats.org/drawingml/2006/main" id="77" idx="1"/>
          </p:cNvCxnSpPr>
          <p:nvPr/>
        </p:nvCxnSpPr>
        <p:spPr>
          <a:xfrm xmlns:a="http://schemas.openxmlformats.org/drawingml/2006/main" flipH="1">
            <a:off x="3286125" y="5782152"/>
            <a:ext cx="2620328"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79" name="">
            <a:extLst xmlns:a="http://schemas.openxmlformats.org/drawingml/2006/main">
              <a:ext uri="{FF2B5EF4-FFF2-40B4-BE49-F238E27FC236}">
                <a16:creationId xmlns:a16="http://schemas.microsoft.com/office/drawing/2014/main" id="{8384A059-B20A-4138-924A-152AA54B3C83}"/>
              </a:ext>
            </a:extLst>
          </p:cNvPr>
          <p:cNvSpPr>
            <a:spLocks xmlns:a="http://schemas.openxmlformats.org/drawingml/2006/main" noGrp="1"/>
          </p:cNvSpPr>
          <p:nvPr/>
        </p:nvSpPr>
        <p:spPr>
          <a:xfrm xmlns:a="http://schemas.openxmlformats.org/drawingml/2006/main">
            <a:off x="3333750" y="5819775"/>
            <a:ext cx="2562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Status / alerts / reports</a:t>
            </a:r>
          </a:p>
        </p:txBody>
      </p:sp>
      <p:sp>
        <p:nvSpPr>
          <p:cNvPr id="80" name="">
            <a:extLst xmlns:a="http://schemas.openxmlformats.org/drawingml/2006/main">
              <a:ext uri="{FF2B5EF4-FFF2-40B4-BE49-F238E27FC236}">
                <a16:creationId xmlns:a16="http://schemas.microsoft.com/office/drawing/2014/main" id="{041B46E3-FD24-4F8E-8419-E8C8FCDBDB44}"/>
              </a:ext>
            </a:extLst>
          </p:cNvPr>
          <p:cNvSpPr>
            <a:spLocks xmlns:a="http://schemas.openxmlformats.org/drawingml/2006/main" noGrp="1"/>
          </p:cNvSpPr>
          <p:nvPr/>
        </p:nvSpPr>
        <p:spPr>
          <a:xfrm xmlns:a="http://schemas.openxmlformats.org/drawingml/2006/main">
            <a:off x="9334500" y="5438775"/>
            <a:ext cx="953" cy="953"/>
          </a:xfrm>
          <a:prstGeom xmlns:a="http://schemas.openxmlformats.org/drawingml/2006/main" prst="rect">
            <a:avLst/>
          </a:prstGeom>
          <a:noFill xmlns:a="http://schemas.openxmlformats.org/drawingml/2006/main"/>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4B196048-7D2C-480E-A3B0-A09FA713621E}"/>
              </a:ext>
            </a:extLst>
          </p:cNvPr>
          <p:cNvSpPr>
            <a:spLocks xmlns:a="http://schemas.openxmlformats.org/drawingml/2006/main" noGrp="1"/>
          </p:cNvSpPr>
          <p:nvPr/>
        </p:nvSpPr>
        <p:spPr>
          <a:xfrm xmlns:a="http://schemas.openxmlformats.org/drawingml/2006/main">
            <a:off x="11715750" y="54387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0" name=""/>
          <p:cNvCxnSpPr>
            <a:stCxn xmlns:a="http://schemas.openxmlformats.org/drawingml/2006/main" id="80" idx="3"/>
            <a:endCxn xmlns:a="http://schemas.openxmlformats.org/drawingml/2006/main" id="81" idx="1"/>
          </p:cNvCxnSpPr>
          <p:nvPr/>
        </p:nvCxnSpPr>
        <p:spPr>
          <a:xfrm xmlns:a="http://schemas.openxmlformats.org/drawingml/2006/main">
            <a:off x="9335453" y="5439252"/>
            <a:ext cx="2380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83" name="">
            <a:extLst xmlns:a="http://schemas.openxmlformats.org/drawingml/2006/main">
              <a:ext uri="{FF2B5EF4-FFF2-40B4-BE49-F238E27FC236}">
                <a16:creationId xmlns:a16="http://schemas.microsoft.com/office/drawing/2014/main" id="{69A6945A-3572-48CF-862F-51F2D6A3F955}"/>
              </a:ext>
            </a:extLst>
          </p:cNvPr>
          <p:cNvSpPr>
            <a:spLocks xmlns:a="http://schemas.openxmlformats.org/drawingml/2006/main" noGrp="1"/>
          </p:cNvSpPr>
          <p:nvPr/>
        </p:nvSpPr>
        <p:spPr>
          <a:xfrm xmlns:a="http://schemas.openxmlformats.org/drawingml/2006/main">
            <a:off x="11715750" y="5781675"/>
            <a:ext cx="953" cy="953"/>
          </a:xfrm>
          <a:prstGeom xmlns:a="http://schemas.openxmlformats.org/drawingml/2006/main" prst="rect">
            <a:avLst/>
          </a:prstGeom>
          <a:noFill xmlns:a="http://schemas.openxmlformats.org/drawingml/2006/main"/>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74A48071-9E50-42F7-9363-31005F1D2D1F}"/>
              </a:ext>
            </a:extLst>
          </p:cNvPr>
          <p:cNvSpPr>
            <a:spLocks xmlns:a="http://schemas.openxmlformats.org/drawingml/2006/main" noGrp="1"/>
          </p:cNvSpPr>
          <p:nvPr/>
        </p:nvSpPr>
        <p:spPr>
          <a:xfrm xmlns:a="http://schemas.openxmlformats.org/drawingml/2006/main">
            <a:off x="9334500" y="5781675"/>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193" name=""/>
          <p:cNvCxnSpPr>
            <a:stCxn xmlns:a="http://schemas.openxmlformats.org/drawingml/2006/main" id="83" idx="3"/>
            <a:endCxn xmlns:a="http://schemas.openxmlformats.org/drawingml/2006/main" id="84" idx="1"/>
          </p:cNvCxnSpPr>
          <p:nvPr/>
        </p:nvCxnSpPr>
        <p:spPr>
          <a:xfrm xmlns:a="http://schemas.openxmlformats.org/drawingml/2006/main" flipH="1">
            <a:off x="9334500" y="5782152"/>
            <a:ext cx="23822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86" name="">
            <a:extLst xmlns:a="http://schemas.openxmlformats.org/drawingml/2006/main">
              <a:ext uri="{FF2B5EF4-FFF2-40B4-BE49-F238E27FC236}">
                <a16:creationId xmlns:a16="http://schemas.microsoft.com/office/drawing/2014/main" id="{1DDE3DFA-F703-46D3-B3D6-A424E0820843}"/>
              </a:ext>
            </a:extLst>
          </p:cNvPr>
          <p:cNvSpPr>
            <a:spLocks xmlns:a="http://schemas.openxmlformats.org/drawingml/2006/main" noGrp="1"/>
          </p:cNvSpPr>
          <p:nvPr/>
        </p:nvSpPr>
        <p:spPr>
          <a:xfrm xmlns:a="http://schemas.openxmlformats.org/drawingml/2006/main">
            <a:off x="9458325" y="5114925"/>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Status history</a:t>
            </a:r>
          </a:p>
        </p:txBody>
      </p:sp>
      <p:sp>
        <p:nvSpPr>
          <p:cNvPr id="87" name="">
            <a:extLst xmlns:a="http://schemas.openxmlformats.org/drawingml/2006/main">
              <a:ext uri="{FF2B5EF4-FFF2-40B4-BE49-F238E27FC236}">
                <a16:creationId xmlns:a16="http://schemas.microsoft.com/office/drawing/2014/main" id="{36B1FBD2-F263-420E-9635-D815F932C14C}"/>
              </a:ext>
            </a:extLst>
          </p:cNvPr>
          <p:cNvSpPr>
            <a:spLocks xmlns:a="http://schemas.openxmlformats.org/drawingml/2006/main" noGrp="1"/>
          </p:cNvSpPr>
          <p:nvPr/>
        </p:nvSpPr>
        <p:spPr>
          <a:xfrm xmlns:a="http://schemas.openxmlformats.org/drawingml/2006/main">
            <a:off x="9572625" y="5838825"/>
            <a:ext cx="204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72695C"/>
                </a:solidFill>
                <a:latin typeface="Arial"/>
                <a:ea typeface="Arial"/>
                <a:cs typeface="Arial"/>
              </a:defRPr>
            </a:pPr>
            <a:r>
              <a:rPr sz="1275" b="0">
                <a:solidFill>
                  <a:srgbClr val="72695C"/>
                </a:solidFill>
                <a:latin typeface="Arial"/>
                <a:ea typeface="Arial"/>
                <a:cs typeface="Arial"/>
              </a:rPr>
              <a:t>Read / write</a:t>
            </a:r>
          </a:p>
        </p:txBody>
      </p:sp>
      <p:sp>
        <p:nvSpPr>
          <p:cNvPr id="88" name="">
            <a:extLst xmlns:a="http://schemas.openxmlformats.org/drawingml/2006/main">
              <a:ext uri="{FF2B5EF4-FFF2-40B4-BE49-F238E27FC236}">
                <a16:creationId xmlns:a16="http://schemas.microsoft.com/office/drawing/2014/main" id="{7D0EEA35-A1D7-45D5-9BDF-CF46C8DCCE99}"/>
              </a:ext>
            </a:extLst>
          </p:cNvPr>
          <p:cNvSpPr>
            <a:spLocks xmlns:a="http://schemas.openxmlformats.org/drawingml/2006/main" noGrp="1"/>
          </p:cNvSpPr>
          <p:nvPr/>
        </p:nvSpPr>
        <p:spPr>
          <a:xfrm xmlns:a="http://schemas.openxmlformats.org/drawingml/2006/main">
            <a:off x="619125" y="6219825"/>
            <a:ext cx="2667000"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650">
                <a:solidFill>
                  <a:srgbClr val="302D27"/>
                </a:solidFill>
                <a:latin typeface="Arial"/>
                <a:ea typeface="Arial"/>
                <a:cs typeface="Arial"/>
              </a:defRPr>
            </a:pPr>
            <a:r>
              <a:rPr sz="1650">
                <a:solidFill>
                  <a:srgbClr val="302D27"/>
                </a:solidFill>
                <a:latin typeface="Arial"/>
                <a:ea typeface="Arial"/>
                <a:cs typeface="Arial"/>
              </a:rPr>
              <a:t>Student</a:t>
            </a:r>
          </a:p>
        </p:txBody>
      </p:sp>
      <p:sp>
        <p:nvSpPr>
          <p:cNvPr id="89" name="">
            <a:extLst xmlns:a="http://schemas.openxmlformats.org/drawingml/2006/main">
              <a:ext uri="{FF2B5EF4-FFF2-40B4-BE49-F238E27FC236}">
                <a16:creationId xmlns:a16="http://schemas.microsoft.com/office/drawing/2014/main" id="{1DBABCBF-BB3C-4716-835B-EB3029A04346}"/>
              </a:ext>
            </a:extLst>
          </p:cNvPr>
          <p:cNvSpPr>
            <a:spLocks xmlns:a="http://schemas.openxmlformats.org/drawingml/2006/main" noGrp="1"/>
          </p:cNvSpPr>
          <p:nvPr/>
        </p:nvSpPr>
        <p:spPr>
          <a:xfrm xmlns:a="http://schemas.openxmlformats.org/drawingml/2006/main">
            <a:off x="5905500" y="6219825"/>
            <a:ext cx="3429000" cy="647700"/>
          </a:xfrm>
          <a:prstGeom xmlns:a="http://schemas.openxmlformats.org/drawingml/2006/main" prst="roundRect">
            <a:avLst>
              <a:gd name="adj" fmla="val 11765"/>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5.0 Feedback</a:t>
            </a:r>
          </a:p>
        </p:txBody>
      </p:sp>
      <p:sp>
        <p:nvSpPr>
          <p:cNvPr id="90" name="">
            <a:extLst xmlns:a="http://schemas.openxmlformats.org/drawingml/2006/main">
              <a:ext uri="{FF2B5EF4-FFF2-40B4-BE49-F238E27FC236}">
                <a16:creationId xmlns:a16="http://schemas.microsoft.com/office/drawing/2014/main" id="{1FBCD805-F4DA-4DDB-965B-AD52CC1894EC}"/>
              </a:ext>
            </a:extLst>
          </p:cNvPr>
          <p:cNvSpPr>
            <a:spLocks xmlns:a="http://schemas.openxmlformats.org/drawingml/2006/main" noGrp="1"/>
          </p:cNvSpPr>
          <p:nvPr/>
        </p:nvSpPr>
        <p:spPr>
          <a:xfrm xmlns:a="http://schemas.openxmlformats.org/drawingml/2006/main">
            <a:off x="11715750" y="6219825"/>
            <a:ext cx="2809875" cy="64770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1725">
                <a:solidFill>
                  <a:srgbClr val="302D27"/>
                </a:solidFill>
                <a:latin typeface="Arial"/>
                <a:ea typeface="Arial"/>
                <a:cs typeface="Arial"/>
              </a:defRPr>
            </a:pPr>
            <a:r>
              <a:rPr sz="1725">
                <a:solidFill>
                  <a:srgbClr val="302D27"/>
                </a:solidFill>
                <a:latin typeface="Arial"/>
                <a:ea typeface="Arial"/>
                <a:cs typeface="Arial"/>
              </a:rPr>
              <a:t>D4  Feedback</a:t>
            </a:r>
          </a:p>
        </p:txBody>
      </p:sp>
      <p:sp>
        <p:nvSpPr>
          <p:cNvPr id="91" name="">
            <a:extLst xmlns:a="http://schemas.openxmlformats.org/drawingml/2006/main">
              <a:ext uri="{FF2B5EF4-FFF2-40B4-BE49-F238E27FC236}">
                <a16:creationId xmlns:a16="http://schemas.microsoft.com/office/drawing/2014/main" id="{70F49191-E54D-49AA-9197-5E0913922322}"/>
              </a:ext>
            </a:extLst>
          </p:cNvPr>
          <p:cNvSpPr>
            <a:spLocks xmlns:a="http://schemas.openxmlformats.org/drawingml/2006/main" noGrp="1"/>
          </p:cNvSpPr>
          <p:nvPr/>
        </p:nvSpPr>
        <p:spPr>
          <a:xfrm xmlns:a="http://schemas.openxmlformats.org/drawingml/2006/main" flipV="0">
            <a:off x="11906250" y="6219825"/>
            <a:ext cx="95" cy="647700"/>
          </a:xfrm>
          <a:prstGeom xmlns:a="http://schemas.openxmlformats.org/drawingml/2006/main" prst="line">
            <a:avLst/>
          </a:prstGeom>
          <a:noFill xmlns:a="http://schemas.openxmlformats.org/drawingml/2006/main"/>
          <a:ln xmlns:a="http://schemas.openxmlformats.org/drawingml/2006/main" w="16193">
            <a:solidFill>
              <a:srgbClr val="A69781"/>
            </a:solidFill>
            <a:prstDash val="solid"/>
          </a:ln>
        </p:spPr>
      </p:sp>
      <p:sp>
        <p:nvSpPr>
          <p:cNvPr id="92" name="">
            <a:extLst xmlns:a="http://schemas.openxmlformats.org/drawingml/2006/main">
              <a:ext uri="{FF2B5EF4-FFF2-40B4-BE49-F238E27FC236}">
                <a16:creationId xmlns:a16="http://schemas.microsoft.com/office/drawing/2014/main" id="{D1DE177A-FB67-450D-BA98-702EF9C834C6}"/>
              </a:ext>
            </a:extLst>
          </p:cNvPr>
          <p:cNvSpPr>
            <a:spLocks xmlns:a="http://schemas.openxmlformats.org/drawingml/2006/main" noGrp="1"/>
          </p:cNvSpPr>
          <p:nvPr/>
        </p:nvSpPr>
        <p:spPr>
          <a:xfrm xmlns:a="http://schemas.openxmlformats.org/drawingml/2006/main">
            <a:off x="3286125" y="6381750"/>
            <a:ext cx="953" cy="953"/>
          </a:xfrm>
          <a:prstGeom xmlns:a="http://schemas.openxmlformats.org/drawingml/2006/main" prst="rect">
            <a:avLst/>
          </a:prstGeom>
          <a:noFill xmlns:a="http://schemas.openxmlformats.org/drawingml/2006/main"/>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FA4B707D-8F6E-4E9F-9B7A-766B108048C2}"/>
              </a:ext>
            </a:extLst>
          </p:cNvPr>
          <p:cNvSpPr>
            <a:spLocks xmlns:a="http://schemas.openxmlformats.org/drawingml/2006/main" noGrp="1"/>
          </p:cNvSpPr>
          <p:nvPr/>
        </p:nvSpPr>
        <p:spPr>
          <a:xfrm xmlns:a="http://schemas.openxmlformats.org/drawingml/2006/main">
            <a:off x="5905500" y="638175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02" name=""/>
          <p:cNvCxnSpPr>
            <a:stCxn xmlns:a="http://schemas.openxmlformats.org/drawingml/2006/main" id="92" idx="3"/>
            <a:endCxn xmlns:a="http://schemas.openxmlformats.org/drawingml/2006/main" id="93" idx="1"/>
          </p:cNvCxnSpPr>
          <p:nvPr/>
        </p:nvCxnSpPr>
        <p:spPr>
          <a:xfrm xmlns:a="http://schemas.openxmlformats.org/drawingml/2006/main">
            <a:off x="3287078" y="6382227"/>
            <a:ext cx="2618422"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95" name="">
            <a:extLst xmlns:a="http://schemas.openxmlformats.org/drawingml/2006/main">
              <a:ext uri="{FF2B5EF4-FFF2-40B4-BE49-F238E27FC236}">
                <a16:creationId xmlns:a16="http://schemas.microsoft.com/office/drawing/2014/main" id="{01429D9D-490A-4DD6-996D-9FBE0AD0ADE4}"/>
              </a:ext>
            </a:extLst>
          </p:cNvPr>
          <p:cNvSpPr>
            <a:spLocks xmlns:a="http://schemas.openxmlformats.org/drawingml/2006/main" noGrp="1"/>
          </p:cNvSpPr>
          <p:nvPr/>
        </p:nvSpPr>
        <p:spPr>
          <a:xfrm xmlns:a="http://schemas.openxmlformats.org/drawingml/2006/main">
            <a:off x="3362325" y="6067425"/>
            <a:ext cx="2514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Rating / comment</a:t>
            </a:r>
          </a:p>
        </p:txBody>
      </p:sp>
      <p:sp>
        <p:nvSpPr>
          <p:cNvPr id="96" name="">
            <a:extLst xmlns:a="http://schemas.openxmlformats.org/drawingml/2006/main">
              <a:ext uri="{FF2B5EF4-FFF2-40B4-BE49-F238E27FC236}">
                <a16:creationId xmlns:a16="http://schemas.microsoft.com/office/drawing/2014/main" id="{6235A0F4-52F7-4D17-A706-CD1337472E10}"/>
              </a:ext>
            </a:extLst>
          </p:cNvPr>
          <p:cNvSpPr>
            <a:spLocks xmlns:a="http://schemas.openxmlformats.org/drawingml/2006/main" noGrp="1"/>
          </p:cNvSpPr>
          <p:nvPr/>
        </p:nvSpPr>
        <p:spPr>
          <a:xfrm xmlns:a="http://schemas.openxmlformats.org/drawingml/2006/main">
            <a:off x="5905500" y="6743700"/>
            <a:ext cx="953" cy="953"/>
          </a:xfrm>
          <a:prstGeom xmlns:a="http://schemas.openxmlformats.org/drawingml/2006/main" prst="rect">
            <a:avLst/>
          </a:prstGeom>
          <a:noFill xmlns:a="http://schemas.openxmlformats.org/drawingml/2006/main"/>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7636E0FF-FB7D-485B-93B2-97DB9745354B}"/>
              </a:ext>
            </a:extLst>
          </p:cNvPr>
          <p:cNvSpPr>
            <a:spLocks xmlns:a="http://schemas.openxmlformats.org/drawingml/2006/main" noGrp="1"/>
          </p:cNvSpPr>
          <p:nvPr/>
        </p:nvSpPr>
        <p:spPr>
          <a:xfrm xmlns:a="http://schemas.openxmlformats.org/drawingml/2006/main">
            <a:off x="3286125" y="6743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06" name=""/>
          <p:cNvCxnSpPr>
            <a:stCxn xmlns:a="http://schemas.openxmlformats.org/drawingml/2006/main" id="96" idx="3"/>
            <a:endCxn xmlns:a="http://schemas.openxmlformats.org/drawingml/2006/main" id="97" idx="1"/>
          </p:cNvCxnSpPr>
          <p:nvPr/>
        </p:nvCxnSpPr>
        <p:spPr>
          <a:xfrm xmlns:a="http://schemas.openxmlformats.org/drawingml/2006/main" flipH="1">
            <a:off x="3286125" y="6744177"/>
            <a:ext cx="2620328"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99" name="">
            <a:extLst xmlns:a="http://schemas.openxmlformats.org/drawingml/2006/main">
              <a:ext uri="{FF2B5EF4-FFF2-40B4-BE49-F238E27FC236}">
                <a16:creationId xmlns:a16="http://schemas.microsoft.com/office/drawing/2014/main" id="{059F2370-D760-4C26-B7BD-BD73FFB72F9A}"/>
              </a:ext>
            </a:extLst>
          </p:cNvPr>
          <p:cNvSpPr>
            <a:spLocks xmlns:a="http://schemas.openxmlformats.org/drawingml/2006/main" noGrp="1"/>
          </p:cNvSpPr>
          <p:nvPr/>
        </p:nvSpPr>
        <p:spPr>
          <a:xfrm xmlns:a="http://schemas.openxmlformats.org/drawingml/2006/main">
            <a:off x="3333750" y="6781800"/>
            <a:ext cx="25622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Acknowledgement</a:t>
            </a:r>
          </a:p>
        </p:txBody>
      </p:sp>
      <p:sp>
        <p:nvSpPr>
          <p:cNvPr id="100" name="">
            <a:extLst xmlns:a="http://schemas.openxmlformats.org/drawingml/2006/main">
              <a:ext uri="{FF2B5EF4-FFF2-40B4-BE49-F238E27FC236}">
                <a16:creationId xmlns:a16="http://schemas.microsoft.com/office/drawing/2014/main" id="{98569DA1-B8CD-45AA-AC6E-4F0388C05AEC}"/>
              </a:ext>
            </a:extLst>
          </p:cNvPr>
          <p:cNvSpPr>
            <a:spLocks xmlns:a="http://schemas.openxmlformats.org/drawingml/2006/main" noGrp="1"/>
          </p:cNvSpPr>
          <p:nvPr/>
        </p:nvSpPr>
        <p:spPr>
          <a:xfrm xmlns:a="http://schemas.openxmlformats.org/drawingml/2006/main">
            <a:off x="9334500" y="6400800"/>
            <a:ext cx="953" cy="953"/>
          </a:xfrm>
          <a:prstGeom xmlns:a="http://schemas.openxmlformats.org/drawingml/2006/main" prst="rect">
            <a:avLst/>
          </a:prstGeom>
          <a:noFill xmlns:a="http://schemas.openxmlformats.org/drawingml/2006/main"/>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B03547D0-F3E0-48CB-B049-BAAC7DEF6851}"/>
              </a:ext>
            </a:extLst>
          </p:cNvPr>
          <p:cNvSpPr>
            <a:spLocks xmlns:a="http://schemas.openxmlformats.org/drawingml/2006/main" noGrp="1"/>
          </p:cNvSpPr>
          <p:nvPr/>
        </p:nvSpPr>
        <p:spPr>
          <a:xfrm xmlns:a="http://schemas.openxmlformats.org/drawingml/2006/main">
            <a:off x="11715750" y="64008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0" name=""/>
          <p:cNvCxnSpPr>
            <a:stCxn xmlns:a="http://schemas.openxmlformats.org/drawingml/2006/main" id="100" idx="3"/>
            <a:endCxn xmlns:a="http://schemas.openxmlformats.org/drawingml/2006/main" id="101" idx="1"/>
          </p:cNvCxnSpPr>
          <p:nvPr/>
        </p:nvCxnSpPr>
        <p:spPr>
          <a:xfrm xmlns:a="http://schemas.openxmlformats.org/drawingml/2006/main">
            <a:off x="9335453" y="6401277"/>
            <a:ext cx="2380297"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03" name="">
            <a:extLst xmlns:a="http://schemas.openxmlformats.org/drawingml/2006/main">
              <a:ext uri="{FF2B5EF4-FFF2-40B4-BE49-F238E27FC236}">
                <a16:creationId xmlns:a16="http://schemas.microsoft.com/office/drawing/2014/main" id="{DE697407-C2B5-468D-AB67-21A5CF905CD4}"/>
              </a:ext>
            </a:extLst>
          </p:cNvPr>
          <p:cNvSpPr>
            <a:spLocks xmlns:a="http://schemas.openxmlformats.org/drawingml/2006/main" noGrp="1"/>
          </p:cNvSpPr>
          <p:nvPr/>
        </p:nvSpPr>
        <p:spPr>
          <a:xfrm xmlns:a="http://schemas.openxmlformats.org/drawingml/2006/main">
            <a:off x="11715750" y="6743700"/>
            <a:ext cx="953" cy="953"/>
          </a:xfrm>
          <a:prstGeom xmlns:a="http://schemas.openxmlformats.org/drawingml/2006/main" prst="rect">
            <a:avLst/>
          </a:prstGeom>
          <a:noFill xmlns:a="http://schemas.openxmlformats.org/drawingml/2006/main"/>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6D8C8CFF-06D8-44A4-8E87-58547BE7CD78}"/>
              </a:ext>
            </a:extLst>
          </p:cNvPr>
          <p:cNvSpPr>
            <a:spLocks xmlns:a="http://schemas.openxmlformats.org/drawingml/2006/main" noGrp="1"/>
          </p:cNvSpPr>
          <p:nvPr/>
        </p:nvSpPr>
        <p:spPr>
          <a:xfrm xmlns:a="http://schemas.openxmlformats.org/drawingml/2006/main">
            <a:off x="9334500" y="6743700"/>
            <a:ext cx="953" cy="953"/>
          </a:xfrm>
          <a:prstGeom xmlns:a="http://schemas.openxmlformats.org/drawingml/2006/main" prst="rect">
            <a:avLst/>
          </a:prstGeom>
          <a:noFill xmlns:a="http://schemas.openxmlformats.org/drawingml/2006/main"/>
          <a:ln xmlns:a="http://schemas.openxmlformats.org/drawingml/2006/main" w="0">
            <a:noFill/>
          </a:ln>
        </p:spPr>
      </p:sp>
      <p:cxnSp>
        <p:nvCxnSpPr>
          <p:cNvPr id="213" name=""/>
          <p:cNvCxnSpPr>
            <a:stCxn xmlns:a="http://schemas.openxmlformats.org/drawingml/2006/main" id="103" idx="3"/>
            <a:endCxn xmlns:a="http://schemas.openxmlformats.org/drawingml/2006/main" id="104" idx="1"/>
          </p:cNvCxnSpPr>
          <p:nvPr/>
        </p:nvCxnSpPr>
        <p:spPr>
          <a:xfrm xmlns:a="http://schemas.openxmlformats.org/drawingml/2006/main" flipH="1">
            <a:off x="9334500" y="6744177"/>
            <a:ext cx="2382203"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06" name="">
            <a:extLst xmlns:a="http://schemas.openxmlformats.org/drawingml/2006/main">
              <a:ext uri="{FF2B5EF4-FFF2-40B4-BE49-F238E27FC236}">
                <a16:creationId xmlns:a16="http://schemas.microsoft.com/office/drawing/2014/main" id="{B88A267F-6C2D-4546-A091-27C3B1AB3B0A}"/>
              </a:ext>
            </a:extLst>
          </p:cNvPr>
          <p:cNvSpPr>
            <a:spLocks xmlns:a="http://schemas.openxmlformats.org/drawingml/2006/main" noGrp="1"/>
          </p:cNvSpPr>
          <p:nvPr/>
        </p:nvSpPr>
        <p:spPr>
          <a:xfrm xmlns:a="http://schemas.openxmlformats.org/drawingml/2006/main">
            <a:off x="9458325" y="6076950"/>
            <a:ext cx="2190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302D27"/>
                </a:solidFill>
                <a:latin typeface="Arial"/>
                <a:ea typeface="Arial"/>
                <a:cs typeface="Arial"/>
              </a:defRPr>
            </a:pPr>
            <a:r>
              <a:rPr sz="1350" b="0">
                <a:solidFill>
                  <a:srgbClr val="302D27"/>
                </a:solidFill>
                <a:latin typeface="Arial"/>
                <a:ea typeface="Arial"/>
                <a:cs typeface="Arial"/>
              </a:rPr>
              <a:t>Feedback record</a:t>
            </a:r>
          </a:p>
        </p:txBody>
      </p:sp>
      <p:sp>
        <p:nvSpPr>
          <p:cNvPr id="107" name="">
            <a:extLst xmlns:a="http://schemas.openxmlformats.org/drawingml/2006/main">
              <a:ext uri="{FF2B5EF4-FFF2-40B4-BE49-F238E27FC236}">
                <a16:creationId xmlns:a16="http://schemas.microsoft.com/office/drawing/2014/main" id="{71F062C4-EEF5-486D-A34E-A704F5186C0E}"/>
              </a:ext>
            </a:extLst>
          </p:cNvPr>
          <p:cNvSpPr>
            <a:spLocks xmlns:a="http://schemas.openxmlformats.org/drawingml/2006/main" noGrp="1"/>
          </p:cNvSpPr>
          <p:nvPr/>
        </p:nvSpPr>
        <p:spPr>
          <a:xfrm xmlns:a="http://schemas.openxmlformats.org/drawingml/2006/main">
            <a:off x="9572625" y="6800850"/>
            <a:ext cx="2047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275" b="0">
                <a:solidFill>
                  <a:srgbClr val="72695C"/>
                </a:solidFill>
                <a:latin typeface="Arial"/>
                <a:ea typeface="Arial"/>
                <a:cs typeface="Arial"/>
              </a:defRPr>
            </a:pPr>
            <a:r>
              <a:rPr sz="1275" b="0">
                <a:solidFill>
                  <a:srgbClr val="72695C"/>
                </a:solidFill>
                <a:latin typeface="Arial"/>
                <a:ea typeface="Arial"/>
                <a:cs typeface="Arial"/>
              </a:rPr>
              <a:t>Read / write</a:t>
            </a:r>
          </a:p>
        </p:txBody>
      </p:sp>
      <p:sp>
        <p:nvSpPr>
          <p:cNvPr id="108" name="">
            <a:extLst xmlns:a="http://schemas.openxmlformats.org/drawingml/2006/main">
              <a:ext uri="{FF2B5EF4-FFF2-40B4-BE49-F238E27FC236}">
                <a16:creationId xmlns:a16="http://schemas.microsoft.com/office/drawing/2014/main" id="{BCDC50FA-E7B8-420B-9426-3B2C9C4953C8}"/>
              </a:ext>
            </a:extLst>
          </p:cNvPr>
          <p:cNvSpPr>
            <a:spLocks xmlns:a="http://schemas.openxmlformats.org/drawingml/2006/main" noGrp="1"/>
          </p:cNvSpPr>
          <p:nvPr/>
        </p:nvSpPr>
        <p:spPr>
          <a:xfrm xmlns:a="http://schemas.openxmlformats.org/drawingml/2006/main">
            <a:off x="619125" y="7353300"/>
            <a:ext cx="1400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575" b="0">
                <a:solidFill>
                  <a:srgbClr val="72695C"/>
                </a:solidFill>
                <a:latin typeface="Arial"/>
                <a:ea typeface="Arial"/>
                <a:cs typeface="Arial"/>
              </a:defRPr>
            </a:pPr>
            <a:r>
              <a:rPr sz="1575" b="0">
                <a:solidFill>
                  <a:srgbClr val="72695C"/>
                </a:solidFill>
                <a:latin typeface="Arial"/>
                <a:ea typeface="Arial"/>
                <a:cs typeface="Arial"/>
              </a:rPr>
              <a:t>Shared data: 3.0 reads D1 staff profiles and D2 complaints. 4.0 reads D3 assignments and D4 ratings for reports.</a:t>
            </a:r>
          </a:p>
        </p:txBody>
      </p:sp>
    </p:spTree>
    <p:extLst>
      <p:ext uri="{BB962C8B-B14F-4D97-AF65-F5344CB8AC3E}">
        <p14:creationId xmlns:p14="http://schemas.microsoft.com/office/powerpoint/2010/main" val="441039670"/>
      </p:ext>
    </p:extLst>
  </p:cSld>
</p:sld>
</file>

<file path=ppt/slides/slide7.xml><?xml version="1.0" encoding="utf-8"?>
<p:sld xmlns:p="http://schemas.openxmlformats.org/presentationml/2006/main">
  <p:cSld>
    <p:bg>
      <p:bgPr>
        <a:solidFill xmlns:a="http://schemas.openxmlformats.org/drawingml/2006/main">
          <a:srgbClr val="F3EBD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BE3685F-C60C-4EAF-BDBF-534CC1BB44BE}"/>
              </a:ext>
            </a:extLst>
          </p:cNvPr>
          <p:cNvSpPr>
            <a:spLocks xmlns:a="http://schemas.openxmlformats.org/drawingml/2006/main" noGrp="1"/>
          </p:cNvSpPr>
          <p:nvPr/>
        </p:nvSpPr>
        <p:spPr>
          <a:xfrm xmlns:a="http://schemas.openxmlformats.org/drawingml/2006/main">
            <a:off x="619125" y="428625"/>
            <a:ext cx="1400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3300" b="1">
                <a:solidFill>
                  <a:srgbClr val="302D27"/>
                </a:solidFill>
                <a:latin typeface="Arial"/>
                <a:ea typeface="Arial"/>
                <a:cs typeface="Arial"/>
              </a:defRPr>
            </a:pPr>
            <a:r>
              <a:rPr sz="3300" b="1">
                <a:solidFill>
                  <a:srgbClr val="302D27"/>
                </a:solidFill>
                <a:latin typeface="Arial"/>
                <a:ea typeface="Arial"/>
                <a:cs typeface="Arial"/>
              </a:rPr>
              <a:t>System architecture &amp; expected outcome</a:t>
            </a:r>
          </a:p>
        </p:txBody>
      </p:sp>
      <p:sp>
        <p:nvSpPr>
          <p:cNvPr id="2" name="">
            <a:extLst xmlns:a="http://schemas.openxmlformats.org/drawingml/2006/main">
              <a:ext uri="{FF2B5EF4-FFF2-40B4-BE49-F238E27FC236}">
                <a16:creationId xmlns:a16="http://schemas.microsoft.com/office/drawing/2014/main" id="{3DFAE3A8-A2C3-4064-BF7D-44DB572AA8CA}"/>
              </a:ext>
            </a:extLst>
          </p:cNvPr>
          <p:cNvSpPr>
            <a:spLocks xmlns:a="http://schemas.openxmlformats.org/drawingml/2006/main" noGrp="1"/>
          </p:cNvSpPr>
          <p:nvPr/>
        </p:nvSpPr>
        <p:spPr>
          <a:xfrm xmlns:a="http://schemas.openxmlformats.org/drawingml/2006/main">
            <a:off x="619125" y="1104900"/>
            <a:ext cx="1381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800" b="0">
                <a:solidFill>
                  <a:srgbClr val="72695C"/>
                </a:solidFill>
                <a:latin typeface="Arial"/>
                <a:ea typeface="Arial"/>
                <a:cs typeface="Arial"/>
              </a:defRPr>
            </a:pPr>
            <a:r>
              <a:rPr sz="1800" b="0">
                <a:solidFill>
                  <a:srgbClr val="72695C"/>
                </a:solidFill>
                <a:latin typeface="Arial"/>
                <a:ea typeface="Arial"/>
                <a:cs typeface="Arial"/>
              </a:rPr>
              <a:t>A proposed three-tier design separates the interface, business rules and stored data.</a:t>
            </a:r>
          </a:p>
        </p:txBody>
      </p:sp>
      <p:sp>
        <p:nvSpPr>
          <p:cNvPr id="3" name="">
            <a:extLst xmlns:a="http://schemas.openxmlformats.org/drawingml/2006/main">
              <a:ext uri="{FF2B5EF4-FFF2-40B4-BE49-F238E27FC236}">
                <a16:creationId xmlns:a16="http://schemas.microsoft.com/office/drawing/2014/main" id="{C3C3762F-4508-467C-AA60-FA79D901D73B}"/>
              </a:ext>
            </a:extLst>
          </p:cNvPr>
          <p:cNvSpPr>
            <a:spLocks xmlns:a="http://schemas.openxmlformats.org/drawingml/2006/main" noGrp="1"/>
          </p:cNvSpPr>
          <p:nvPr/>
        </p:nvSpPr>
        <p:spPr>
          <a:xfrm xmlns:a="http://schemas.openxmlformats.org/drawingml/2006/main">
            <a:off x="619125" y="8086725"/>
            <a:ext cx="381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350" b="0">
                <a:solidFill>
                  <a:srgbClr val="72695C"/>
                </a:solidFill>
                <a:latin typeface="Arial"/>
                <a:ea typeface="Arial"/>
                <a:cs typeface="Arial"/>
              </a:defRPr>
            </a:pPr>
            <a:r>
              <a:rPr sz="1350" b="0">
                <a:solidFill>
                  <a:srgbClr val="72695C"/>
                </a:solidFill>
                <a:latin typeface="Arial"/>
                <a:ea typeface="Arial"/>
                <a:cs typeface="Arial"/>
              </a:rPr>
              <a:t>CampusFix</a:t>
            </a:r>
          </a:p>
        </p:txBody>
      </p:sp>
      <p:sp>
        <p:nvSpPr>
          <p:cNvPr id="4" name="">
            <a:extLst xmlns:a="http://schemas.openxmlformats.org/drawingml/2006/main">
              <a:ext uri="{FF2B5EF4-FFF2-40B4-BE49-F238E27FC236}">
                <a16:creationId xmlns:a16="http://schemas.microsoft.com/office/drawing/2014/main" id="{98A06737-61C1-4AA2-BCEE-15CEFE4B862E}"/>
              </a:ext>
            </a:extLst>
          </p:cNvPr>
          <p:cNvSpPr>
            <a:spLocks xmlns:a="http://schemas.openxmlformats.org/drawingml/2006/main" noGrp="1"/>
          </p:cNvSpPr>
          <p:nvPr/>
        </p:nvSpPr>
        <p:spPr>
          <a:xfrm xmlns:a="http://schemas.openxmlformats.org/drawingml/2006/main">
            <a:off x="13954125" y="8048625"/>
            <a:ext cx="66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r">
              <a:defRPr sz="1500" b="0">
                <a:solidFill>
                  <a:srgbClr val="72695C"/>
                </a:solidFill>
                <a:latin typeface="Arial"/>
                <a:ea typeface="Arial"/>
                <a:cs typeface="Arial"/>
              </a:defRPr>
            </a:pPr>
            <a:r>
              <a:rPr sz="1500" b="0">
                <a:solidFill>
                  <a:srgbClr val="72695C"/>
                </a:solidFill>
                <a:latin typeface="Arial"/>
                <a:ea typeface="Arial"/>
                <a:cs typeface="Arial"/>
              </a:rPr>
              <a:t>07</a:t>
            </a:r>
          </a:p>
        </p:txBody>
      </p:sp>
      <p:sp>
        <p:nvSpPr>
          <p:cNvPr id="5" name="">
            <a:extLst xmlns:a="http://schemas.openxmlformats.org/drawingml/2006/main">
              <a:ext uri="{FF2B5EF4-FFF2-40B4-BE49-F238E27FC236}">
                <a16:creationId xmlns:a16="http://schemas.microsoft.com/office/drawing/2014/main" id="{5D460B33-63C1-45DE-9EF0-E3EE60B5621F}"/>
              </a:ext>
            </a:extLst>
          </p:cNvPr>
          <p:cNvSpPr>
            <a:spLocks xmlns:a="http://schemas.openxmlformats.org/drawingml/2006/main" noGrp="1"/>
          </p:cNvSpPr>
          <p:nvPr/>
        </p:nvSpPr>
        <p:spPr>
          <a:xfrm xmlns:a="http://schemas.openxmlformats.org/drawingml/2006/main">
            <a:off x="619125" y="2400300"/>
            <a:ext cx="3571875" cy="1466850"/>
          </a:xfrm>
          <a:prstGeom xmlns:a="http://schemas.openxmlformats.org/drawingml/2006/main" prst="rect">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Frontend</a:t>
            </a:r>
          </a:p>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Web / mobile interface</a:t>
            </a:r>
          </a:p>
        </p:txBody>
      </p:sp>
      <p:sp>
        <p:nvSpPr>
          <p:cNvPr id="6" name="">
            <a:extLst xmlns:a="http://schemas.openxmlformats.org/drawingml/2006/main">
              <a:ext uri="{FF2B5EF4-FFF2-40B4-BE49-F238E27FC236}">
                <a16:creationId xmlns:a16="http://schemas.microsoft.com/office/drawing/2014/main" id="{D44787C4-D9A3-4822-808A-857D363D745A}"/>
              </a:ext>
            </a:extLst>
          </p:cNvPr>
          <p:cNvSpPr>
            <a:spLocks xmlns:a="http://schemas.openxmlformats.org/drawingml/2006/main" noGrp="1"/>
          </p:cNvSpPr>
          <p:nvPr/>
        </p:nvSpPr>
        <p:spPr>
          <a:xfrm xmlns:a="http://schemas.openxmlformats.org/drawingml/2006/main">
            <a:off x="5857875" y="2400300"/>
            <a:ext cx="3571875" cy="1466850"/>
          </a:xfrm>
          <a:prstGeom xmlns:a="http://schemas.openxmlformats.org/drawingml/2006/main" prst="rect">
            <a:avLst/>
          </a:prstGeom>
          <a:solidFill xmlns:a="http://schemas.openxmlformats.org/drawingml/2006/main">
            <a:srgbClr val="DFCCAF"/>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Backend</a:t>
            </a:r>
          </a:p>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API &amp; business services</a:t>
            </a:r>
          </a:p>
        </p:txBody>
      </p:sp>
      <p:sp>
        <p:nvSpPr>
          <p:cNvPr id="7" name="">
            <a:extLst xmlns:a="http://schemas.openxmlformats.org/drawingml/2006/main">
              <a:ext uri="{FF2B5EF4-FFF2-40B4-BE49-F238E27FC236}">
                <a16:creationId xmlns:a16="http://schemas.microsoft.com/office/drawing/2014/main" id="{0BA256A8-F8B7-48C4-8E5B-FE04CE773982}"/>
              </a:ext>
            </a:extLst>
          </p:cNvPr>
          <p:cNvSpPr>
            <a:spLocks xmlns:a="http://schemas.openxmlformats.org/drawingml/2006/main" noGrp="1"/>
          </p:cNvSpPr>
          <p:nvPr/>
        </p:nvSpPr>
        <p:spPr>
          <a:xfrm xmlns:a="http://schemas.openxmlformats.org/drawingml/2006/main">
            <a:off x="11096625" y="2400300"/>
            <a:ext cx="3524250" cy="1466850"/>
          </a:xfrm>
          <a:prstGeom xmlns:a="http://schemas.openxmlformats.org/drawingml/2006/main" prst="can">
            <a:avLst/>
          </a:prstGeom>
          <a:solidFill xmlns:a="http://schemas.openxmlformats.org/drawingml/2006/main">
            <a:srgbClr val="FFFBF3"/>
          </a:solidFill>
          <a:ln xmlns:a="http://schemas.openxmlformats.org/drawingml/2006/main" w="15240">
            <a:solidFill>
              <a:srgbClr val="A69781"/>
            </a:solidFill>
          </a:ln>
        </p:spPr>
        <p:txBody>
          <a:bodyPr xmlns:a="http://schemas.openxmlformats.org/drawingml/2006/main" lIns="95250" tIns="47625" rIns="95250" bIns="47625" anchor="ctr"/>
          <a:lstStyle xmlns:a="http://schemas.openxmlformats.org/drawingml/2006/main"/>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Database</a:t>
            </a:r>
          </a:p>
          <a:p xmlns:a="http://schemas.openxmlformats.org/drawingml/2006/main">
            <a:pPr algn="ctr">
              <a:defRPr sz="2325">
                <a:solidFill>
                  <a:srgbClr val="302D27"/>
                </a:solidFill>
                <a:latin typeface="Arial"/>
                <a:ea typeface="Arial"/>
                <a:cs typeface="Arial"/>
              </a:defRPr>
            </a:pPr>
            <a:r>
              <a:rPr sz="2325">
                <a:solidFill>
                  <a:srgbClr val="302D27"/>
                </a:solidFill>
                <a:latin typeface="Arial"/>
                <a:ea typeface="Arial"/>
                <a:cs typeface="Arial"/>
              </a:rPr>
              <a:t>Persistent records</a:t>
            </a:r>
          </a:p>
        </p:txBody>
      </p: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4191000" y="3133725"/>
            <a:ext cx="1666875" cy="0"/>
          </a:xfrm>
          <a:prstGeom xmlns:a="http://schemas.openxmlformats.org/drawingml/2006/main" prst="straightConnector1">
            <a:avLst/>
          </a:prstGeom>
          <a:ln xmlns:a="http://schemas.openxmlformats.org/drawingml/2006/main" w="17145">
            <a:solidFill>
              <a:srgbClr val="72695C"/>
            </a:solidFill>
            <a:tailEnd type="triangle" w="sm" len="sm"/>
          </a:ln>
        </p:spPr>
      </p:cxnSp>
      <p:cxnSp>
        <p:nvCxnSpPr>
          <p:cNvPr id="26" name=""/>
          <p:cNvCxnSpPr>
            <a:stCxn xmlns:a="http://schemas.openxmlformats.org/drawingml/2006/main" id="6" idx="3"/>
            <a:endCxn xmlns:a="http://schemas.openxmlformats.org/drawingml/2006/main" id="7" idx="2"/>
          </p:cNvCxnSpPr>
          <p:nvPr/>
        </p:nvCxnSpPr>
        <p:spPr>
          <a:xfrm xmlns:a="http://schemas.openxmlformats.org/drawingml/2006/main">
            <a:off x="9429750" y="3133725"/>
            <a:ext cx="1666875" cy="0"/>
          </a:xfrm>
          <a:prstGeom xmlns:a="http://schemas.openxmlformats.org/drawingml/2006/main" prst="straightConnector1">
            <a:avLst/>
          </a:prstGeom>
          <a:ln xmlns:a="http://schemas.openxmlformats.org/drawingml/2006/main" w="17145">
            <a:solidFill>
              <a:srgbClr val="72695C"/>
            </a:solidFill>
            <a:tailEnd type="triangle" w="sm" len="sm"/>
          </a:ln>
        </p:spPr>
      </p:cxnSp>
      <p:sp>
        <p:nvSpPr>
          <p:cNvPr id="10" name="">
            <a:extLst xmlns:a="http://schemas.openxmlformats.org/drawingml/2006/main">
              <a:ext uri="{FF2B5EF4-FFF2-40B4-BE49-F238E27FC236}">
                <a16:creationId xmlns:a16="http://schemas.microsoft.com/office/drawing/2014/main" id="{9956D94D-FF42-44C1-809D-194447C48EFC}"/>
              </a:ext>
            </a:extLst>
          </p:cNvPr>
          <p:cNvSpPr>
            <a:spLocks xmlns:a="http://schemas.openxmlformats.org/drawingml/2006/main" noGrp="1"/>
          </p:cNvSpPr>
          <p:nvPr/>
        </p:nvSpPr>
        <p:spPr>
          <a:xfrm xmlns:a="http://schemas.openxmlformats.org/drawingml/2006/main">
            <a:off x="4267200" y="1809750"/>
            <a:ext cx="152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72695C"/>
                </a:solidFill>
                <a:latin typeface="Arial"/>
                <a:ea typeface="Arial"/>
                <a:cs typeface="Arial"/>
              </a:defRPr>
            </a:pPr>
            <a:r>
              <a:rPr sz="1575" b="0">
                <a:solidFill>
                  <a:srgbClr val="72695C"/>
                </a:solidFill>
                <a:latin typeface="Arial"/>
                <a:ea typeface="Arial"/>
                <a:cs typeface="Arial"/>
              </a:rPr>
              <a:t>HTTPS requests</a:t>
            </a:r>
          </a:p>
          <a:p xmlns:a="http://schemas.openxmlformats.org/drawingml/2006/main">
            <a:pPr algn="ctr">
              <a:defRPr sz="1575" b="0">
                <a:solidFill>
                  <a:srgbClr val="72695C"/>
                </a:solidFill>
                <a:latin typeface="Arial"/>
                <a:ea typeface="Arial"/>
                <a:cs typeface="Arial"/>
              </a:defRPr>
            </a:pPr>
            <a:r>
              <a:rPr sz="1575" b="0">
                <a:solidFill>
                  <a:srgbClr val="72695C"/>
                </a:solidFill>
                <a:latin typeface="Arial"/>
                <a:ea typeface="Arial"/>
                <a:cs typeface="Arial"/>
              </a:rPr>
              <a:t>and responses</a:t>
            </a:r>
          </a:p>
        </p:txBody>
      </p:sp>
      <p:sp>
        <p:nvSpPr>
          <p:cNvPr id="11" name="">
            <a:extLst xmlns:a="http://schemas.openxmlformats.org/drawingml/2006/main">
              <a:ext uri="{FF2B5EF4-FFF2-40B4-BE49-F238E27FC236}">
                <a16:creationId xmlns:a16="http://schemas.microsoft.com/office/drawing/2014/main" id="{2E4AFEBD-65D3-408A-A4B5-7EDD28A19346}"/>
              </a:ext>
            </a:extLst>
          </p:cNvPr>
          <p:cNvSpPr>
            <a:spLocks xmlns:a="http://schemas.openxmlformats.org/drawingml/2006/main" noGrp="1"/>
          </p:cNvSpPr>
          <p:nvPr/>
        </p:nvSpPr>
        <p:spPr>
          <a:xfrm xmlns:a="http://schemas.openxmlformats.org/drawingml/2006/main">
            <a:off x="9525000" y="1809750"/>
            <a:ext cx="14573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575" b="0">
                <a:solidFill>
                  <a:srgbClr val="72695C"/>
                </a:solidFill>
                <a:latin typeface="Arial"/>
                <a:ea typeface="Arial"/>
                <a:cs typeface="Arial"/>
              </a:defRPr>
            </a:pPr>
            <a:r>
              <a:rPr sz="1575" b="0">
                <a:solidFill>
                  <a:srgbClr val="72695C"/>
                </a:solidFill>
                <a:latin typeface="Arial"/>
                <a:ea typeface="Arial"/>
                <a:cs typeface="Arial"/>
              </a:rPr>
              <a:t>Queries and</a:t>
            </a:r>
          </a:p>
          <a:p xmlns:a="http://schemas.openxmlformats.org/drawingml/2006/main">
            <a:pPr algn="ctr">
              <a:defRPr sz="1575" b="0">
                <a:solidFill>
                  <a:srgbClr val="72695C"/>
                </a:solidFill>
                <a:latin typeface="Arial"/>
                <a:ea typeface="Arial"/>
                <a:cs typeface="Arial"/>
              </a:defRPr>
            </a:pPr>
            <a:r>
              <a:rPr sz="1575" b="0">
                <a:solidFill>
                  <a:srgbClr val="72695C"/>
                </a:solidFill>
                <a:latin typeface="Arial"/>
                <a:ea typeface="Arial"/>
                <a:cs typeface="Arial"/>
              </a:rPr>
              <a:t>updates</a:t>
            </a:r>
          </a:p>
        </p:txBody>
      </p:sp>
      <p:sp>
        <p:nvSpPr>
          <p:cNvPr id="12" name="">
            <a:extLst xmlns:a="http://schemas.openxmlformats.org/drawingml/2006/main">
              <a:ext uri="{FF2B5EF4-FFF2-40B4-BE49-F238E27FC236}">
                <a16:creationId xmlns:a16="http://schemas.microsoft.com/office/drawing/2014/main" id="{3FAECBB8-374B-47A6-956A-A6EC65094A07}"/>
              </a:ext>
            </a:extLst>
          </p:cNvPr>
          <p:cNvSpPr>
            <a:spLocks xmlns:a="http://schemas.openxmlformats.org/drawingml/2006/main" noGrp="1"/>
          </p:cNvSpPr>
          <p:nvPr/>
        </p:nvSpPr>
        <p:spPr>
          <a:xfrm xmlns:a="http://schemas.openxmlformats.org/drawingml/2006/main">
            <a:off x="619125" y="4200525"/>
            <a:ext cx="37147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Student complaint form</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Admin assignment dashboard</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Staff work queue</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Status timeline and feedback</a:t>
            </a:r>
          </a:p>
        </p:txBody>
      </p:sp>
      <p:sp>
        <p:nvSpPr>
          <p:cNvPr id="13" name="">
            <a:extLst xmlns:a="http://schemas.openxmlformats.org/drawingml/2006/main">
              <a:ext uri="{FF2B5EF4-FFF2-40B4-BE49-F238E27FC236}">
                <a16:creationId xmlns:a16="http://schemas.microsoft.com/office/drawing/2014/main" id="{35A2AAD8-857D-4C57-921E-8C95FDEF510C}"/>
              </a:ext>
            </a:extLst>
          </p:cNvPr>
          <p:cNvSpPr>
            <a:spLocks xmlns:a="http://schemas.openxmlformats.org/drawingml/2006/main" noGrp="1"/>
          </p:cNvSpPr>
          <p:nvPr/>
        </p:nvSpPr>
        <p:spPr>
          <a:xfrm xmlns:a="http://schemas.openxmlformats.org/drawingml/2006/main">
            <a:off x="5857875" y="4200525"/>
            <a:ext cx="39528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Role-based access</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Validation and priority rules</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Assignment and status logic</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Notifications and reporting</a:t>
            </a:r>
          </a:p>
        </p:txBody>
      </p:sp>
      <p:sp>
        <p:nvSpPr>
          <p:cNvPr id="14" name="">
            <a:extLst xmlns:a="http://schemas.openxmlformats.org/drawingml/2006/main">
              <a:ext uri="{FF2B5EF4-FFF2-40B4-BE49-F238E27FC236}">
                <a16:creationId xmlns:a16="http://schemas.microsoft.com/office/drawing/2014/main" id="{823E804E-7D0A-431D-BA5C-00670FE1B785}"/>
              </a:ext>
            </a:extLst>
          </p:cNvPr>
          <p:cNvSpPr>
            <a:spLocks xmlns:a="http://schemas.openxmlformats.org/drawingml/2006/main" noGrp="1"/>
          </p:cNvSpPr>
          <p:nvPr/>
        </p:nvSpPr>
        <p:spPr>
          <a:xfrm xmlns:a="http://schemas.openxmlformats.org/drawingml/2006/main">
            <a:off x="11096625" y="4200525"/>
            <a:ext cx="3571875"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Users and complaints</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Assignments and history</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Feedback and notifications</a:t>
            </a:r>
          </a:p>
          <a:p xmlns:a="http://schemas.openxmlformats.org/drawingml/2006/main">
            <a:pPr algn="l">
              <a:defRPr sz="1950" b="0">
                <a:solidFill>
                  <a:srgbClr val="302D27"/>
                </a:solidFill>
                <a:latin typeface="Arial"/>
                <a:ea typeface="Arial"/>
                <a:cs typeface="Arial"/>
              </a:defRPr>
            </a:pPr>
            <a:r>
              <a:rPr sz="1950" b="0">
                <a:solidFill>
                  <a:srgbClr val="302D27"/>
                </a:solidFill>
                <a:latin typeface="Arial"/>
                <a:ea typeface="Arial"/>
                <a:cs typeface="Arial"/>
              </a:rPr>
              <a:t>Photo file references</a:t>
            </a:r>
          </a:p>
        </p:txBody>
      </p:sp>
      <p:sp>
        <p:nvSpPr>
          <p:cNvPr id="15" name="">
            <a:extLst xmlns:a="http://schemas.openxmlformats.org/drawingml/2006/main">
              <a:ext uri="{FF2B5EF4-FFF2-40B4-BE49-F238E27FC236}">
                <a16:creationId xmlns:a16="http://schemas.microsoft.com/office/drawing/2014/main" id="{34F39B83-1041-4685-8B42-1470F3857DBB}"/>
              </a:ext>
            </a:extLst>
          </p:cNvPr>
          <p:cNvSpPr>
            <a:spLocks xmlns:a="http://schemas.openxmlformats.org/drawingml/2006/main" noGrp="1"/>
          </p:cNvSpPr>
          <p:nvPr/>
        </p:nvSpPr>
        <p:spPr>
          <a:xfrm xmlns:a="http://schemas.openxmlformats.org/drawingml/2006/main">
            <a:off x="619125" y="6000750"/>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1725" b="0">
                <a:solidFill>
                  <a:srgbClr val="72695C"/>
                </a:solidFill>
                <a:latin typeface="Arial"/>
                <a:ea typeface="Arial"/>
                <a:cs typeface="Arial"/>
              </a:defRPr>
            </a:pPr>
            <a:r>
              <a:rPr sz="1725" b="0">
                <a:solidFill>
                  <a:srgbClr val="72695C"/>
                </a:solidFill>
                <a:latin typeface="Arial"/>
                <a:ea typeface="Arial"/>
                <a:cs typeface="Arial"/>
              </a:rPr>
              <a:t>Photo uploads use file storage. The database keeps each file reference.</a:t>
            </a:r>
          </a:p>
        </p:txBody>
      </p:sp>
      <p:sp>
        <p:nvSpPr>
          <p:cNvPr id="16" name="">
            <a:extLst xmlns:a="http://schemas.openxmlformats.org/drawingml/2006/main">
              <a:ext uri="{FF2B5EF4-FFF2-40B4-BE49-F238E27FC236}">
                <a16:creationId xmlns:a16="http://schemas.microsoft.com/office/drawing/2014/main" id="{1BBDC5F3-5A6B-44DC-8C26-DCE8EAF6C0E8}"/>
              </a:ext>
            </a:extLst>
          </p:cNvPr>
          <p:cNvSpPr>
            <a:spLocks xmlns:a="http://schemas.openxmlformats.org/drawingml/2006/main" noGrp="1"/>
          </p:cNvSpPr>
          <p:nvPr/>
        </p:nvSpPr>
        <p:spPr>
          <a:xfrm xmlns:a="http://schemas.openxmlformats.org/drawingml/2006/main">
            <a:off x="619125" y="6781800"/>
            <a:ext cx="4048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250" b="1">
                <a:solidFill>
                  <a:srgbClr val="69715A"/>
                </a:solidFill>
                <a:latin typeface="Arial"/>
                <a:ea typeface="Arial"/>
                <a:cs typeface="Arial"/>
              </a:defRPr>
            </a:pPr>
            <a:r>
              <a:rPr sz="2250" b="1">
                <a:solidFill>
                  <a:srgbClr val="69715A"/>
                </a:solidFill>
                <a:latin typeface="Arial"/>
                <a:ea typeface="Arial"/>
                <a:cs typeface="Arial"/>
              </a:rPr>
              <a:t>Expected outcome</a:t>
            </a:r>
          </a:p>
        </p:txBody>
      </p:sp>
      <p:sp>
        <p:nvSpPr>
          <p:cNvPr id="17" name="">
            <a:extLst xmlns:a="http://schemas.openxmlformats.org/drawingml/2006/main">
              <a:ext uri="{FF2B5EF4-FFF2-40B4-BE49-F238E27FC236}">
                <a16:creationId xmlns:a16="http://schemas.microsoft.com/office/drawing/2014/main" id="{5EF39EEE-024B-4AED-A7F2-D855C9BA57FD}"/>
              </a:ext>
            </a:extLst>
          </p:cNvPr>
          <p:cNvSpPr>
            <a:spLocks xmlns:a="http://schemas.openxmlformats.org/drawingml/2006/main" noGrp="1"/>
          </p:cNvSpPr>
          <p:nvPr/>
        </p:nvSpPr>
        <p:spPr>
          <a:xfrm xmlns:a="http://schemas.openxmlformats.org/drawingml/2006/main">
            <a:off x="4619625" y="6705600"/>
            <a:ext cx="9620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l">
              <a:defRPr sz="2100" b="0">
                <a:solidFill>
                  <a:srgbClr val="302D27"/>
                </a:solidFill>
                <a:latin typeface="Arial"/>
                <a:ea typeface="Arial"/>
                <a:cs typeface="Arial"/>
              </a:defRPr>
            </a:pPr>
            <a:r>
              <a:rPr sz="2100" b="0">
                <a:solidFill>
                  <a:srgbClr val="302D27"/>
                </a:solidFill>
                <a:latin typeface="Arial"/>
                <a:ea typeface="Arial"/>
                <a:cs typeface="Arial"/>
              </a:rPr>
              <a:t>A traceable maintenance process with clear ownership, visible progress and feedback after repair.</a:t>
            </a:r>
          </a:p>
        </p:txBody>
      </p:sp>
    </p:spTree>
    <p:extLst>
      <p:ext uri="{BB962C8B-B14F-4D97-AF65-F5344CB8AC3E}">
        <p14:creationId xmlns:p14="http://schemas.microsoft.com/office/powerpoint/2010/main" val="60027289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2026-09-15T17:31:39.1230000Z</dcterms:created>
  <dcterms:modified xsi:type="dcterms:W3CDTF">2026-09-15T17:31:39.1230000Z</dcterms:modified>
</coreProperties>
</file>